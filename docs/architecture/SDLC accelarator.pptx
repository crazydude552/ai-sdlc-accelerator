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7" r:id="rId5"/>
    <p:sldId id="259" r:id="rId6"/>
    <p:sldId id="273" r:id="rId7"/>
    <p:sldId id="268" r:id="rId8"/>
    <p:sldId id="266" r:id="rId9"/>
    <p:sldId id="263" r:id="rId10"/>
    <p:sldId id="264" r:id="rId11"/>
    <p:sldId id="265" r:id="rId12"/>
    <p:sldId id="267" r:id="rId13"/>
    <p:sldId id="261" r:id="rId14"/>
    <p:sldId id="260" r:id="rId15"/>
    <p:sldId id="272" r:id="rId16"/>
    <p:sldId id="271" r:id="rId17"/>
    <p:sldId id="270" r:id="rId18"/>
    <p:sldId id="25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4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34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4.xml"/><Relationship Id="rId1" Type="http://schemas.openxmlformats.org/officeDocument/2006/relationships/tags" Target="../tags/tag13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6.xml"/><Relationship Id="rId1" Type="http://schemas.openxmlformats.org/officeDocument/2006/relationships/tags" Target="../tags/tag13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" Type="http://schemas.openxmlformats.org/officeDocument/2006/relationships/tags" Target="../tags/tag13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41.xml"/><Relationship Id="rId1" Type="http://schemas.openxmlformats.org/officeDocument/2006/relationships/tags" Target="../tags/tag14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43.xml"/><Relationship Id="rId1" Type="http://schemas.openxmlformats.org/officeDocument/2006/relationships/tags" Target="../tags/tag14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45.xml"/><Relationship Id="rId1" Type="http://schemas.openxmlformats.org/officeDocument/2006/relationships/tags" Target="../tags/tag14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47.xml"/><Relationship Id="rId1" Type="http://schemas.openxmlformats.org/officeDocument/2006/relationships/tags" Target="../tags/tag14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49.xml"/><Relationship Id="rId1" Type="http://schemas.openxmlformats.org/officeDocument/2006/relationships/tags" Target="../tags/tag14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51.xml"/><Relationship Id="rId1" Type="http://schemas.openxmlformats.org/officeDocument/2006/relationships/tags" Target="../tags/tag150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" Type="http://schemas.openxmlformats.org/officeDocument/2006/relationships/tags" Target="../tags/tag152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" Type="http://schemas.openxmlformats.org/officeDocument/2006/relationships/tags" Target="../tags/tag155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" Type="http://schemas.openxmlformats.org/officeDocument/2006/relationships/tags" Target="../tags/tag158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3.xml"/><Relationship Id="rId2" Type="http://schemas.openxmlformats.org/officeDocument/2006/relationships/tags" Target="../tags/tag162.xml"/><Relationship Id="rId1" Type="http://schemas.openxmlformats.org/officeDocument/2006/relationships/tags" Target="../tags/tag1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IN" altLang="en-US"/>
              <a:t>SDLC accelarator</a:t>
            </a:r>
            <a:endParaRPr lang="en-I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IN" altLang="en-US"/>
              <a:t>Login Page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163320" y="1872615"/>
            <a:ext cx="9498330" cy="40735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784725" y="3152140"/>
            <a:ext cx="1960880" cy="3321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784725" y="3743325"/>
            <a:ext cx="1960880" cy="3321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3311525" y="3152140"/>
            <a:ext cx="14738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/>
              <a:t>UserName</a:t>
            </a:r>
            <a:endParaRPr lang="en-IN" altLang="en-US"/>
          </a:p>
        </p:txBody>
      </p:sp>
      <p:sp>
        <p:nvSpPr>
          <p:cNvPr id="8" name="Text Box 7"/>
          <p:cNvSpPr txBox="1"/>
          <p:nvPr/>
        </p:nvSpPr>
        <p:spPr>
          <a:xfrm>
            <a:off x="3311525" y="3743325"/>
            <a:ext cx="14738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/>
              <a:t>Password</a:t>
            </a:r>
            <a:endParaRPr lang="en-IN" altLang="en-US"/>
          </a:p>
        </p:txBody>
      </p:sp>
      <p:sp>
        <p:nvSpPr>
          <p:cNvPr id="9" name="Rectangle 8"/>
          <p:cNvSpPr/>
          <p:nvPr/>
        </p:nvSpPr>
        <p:spPr>
          <a:xfrm>
            <a:off x="5322570" y="4298315"/>
            <a:ext cx="885190" cy="21463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1100"/>
              <a:t>Login</a:t>
            </a:r>
            <a:endParaRPr lang="en-IN" altLang="en-US" sz="1100"/>
          </a:p>
        </p:txBody>
      </p:sp>
      <p:sp>
        <p:nvSpPr>
          <p:cNvPr id="10" name="Text Box 9"/>
          <p:cNvSpPr txBox="1"/>
          <p:nvPr/>
        </p:nvSpPr>
        <p:spPr>
          <a:xfrm>
            <a:off x="1163320" y="1872615"/>
            <a:ext cx="31210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/>
              <a:t>SDLC Accelerator</a:t>
            </a:r>
            <a:endParaRPr lang="en-IN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IN" altLang="en-US"/>
              <a:t>Dashboards</a:t>
            </a:r>
            <a:endParaRPr lang="en-IN" altLang="en-US"/>
          </a:p>
        </p:txBody>
      </p:sp>
      <p:sp>
        <p:nvSpPr>
          <p:cNvPr id="4" name="Rectangle 3"/>
          <p:cNvSpPr/>
          <p:nvPr/>
        </p:nvSpPr>
        <p:spPr>
          <a:xfrm>
            <a:off x="1163320" y="1920875"/>
            <a:ext cx="9498330" cy="40735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144270" y="1946910"/>
            <a:ext cx="9521190" cy="4832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304540" y="2555875"/>
            <a:ext cx="1444625" cy="33718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/>
              <a:t>Dashboard</a:t>
            </a:r>
            <a:endParaRPr lang="en-IN" altLang="en-US"/>
          </a:p>
        </p:txBody>
      </p:sp>
      <p:sp>
        <p:nvSpPr>
          <p:cNvPr id="17" name="Rectangle 16"/>
          <p:cNvSpPr/>
          <p:nvPr/>
        </p:nvSpPr>
        <p:spPr>
          <a:xfrm>
            <a:off x="9984105" y="2077085"/>
            <a:ext cx="591820" cy="2794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1000"/>
              <a:t>Logout</a:t>
            </a:r>
            <a:endParaRPr lang="en-IN" altLang="en-US" sz="1000"/>
          </a:p>
        </p:txBody>
      </p:sp>
      <p:sp>
        <p:nvSpPr>
          <p:cNvPr id="18" name="Rectangle 17"/>
          <p:cNvSpPr/>
          <p:nvPr/>
        </p:nvSpPr>
        <p:spPr>
          <a:xfrm>
            <a:off x="3304540" y="3521710"/>
            <a:ext cx="2981325" cy="15405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/>
              <a:t>Projects</a:t>
            </a:r>
            <a:endParaRPr lang="en-IN" altLang="en-US"/>
          </a:p>
          <a:p>
            <a:pPr algn="ctr"/>
            <a:r>
              <a:rPr lang="en-IN" altLang="en-US"/>
              <a:t>12</a:t>
            </a:r>
            <a:endParaRPr lang="en-IN" altLang="en-US"/>
          </a:p>
        </p:txBody>
      </p:sp>
      <p:sp>
        <p:nvSpPr>
          <p:cNvPr id="19" name="Rectangle 18"/>
          <p:cNvSpPr/>
          <p:nvPr/>
        </p:nvSpPr>
        <p:spPr>
          <a:xfrm>
            <a:off x="1217295" y="2555875"/>
            <a:ext cx="1639570" cy="33401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322705" y="2726690"/>
            <a:ext cx="1388110" cy="1905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1500"/>
              <a:t>Projects</a:t>
            </a:r>
            <a:endParaRPr lang="en-IN" altLang="en-US" sz="1500"/>
          </a:p>
        </p:txBody>
      </p:sp>
      <p:sp>
        <p:nvSpPr>
          <p:cNvPr id="21" name="Rectangle 20"/>
          <p:cNvSpPr/>
          <p:nvPr/>
        </p:nvSpPr>
        <p:spPr>
          <a:xfrm>
            <a:off x="1346835" y="3145790"/>
            <a:ext cx="1388110" cy="1905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500"/>
              <a:t>Requirements</a:t>
            </a:r>
            <a:endParaRPr lang="en-US" altLang="en-US" sz="1500"/>
          </a:p>
        </p:txBody>
      </p:sp>
      <p:sp>
        <p:nvSpPr>
          <p:cNvPr id="22" name="Rectangle 21"/>
          <p:cNvSpPr/>
          <p:nvPr/>
        </p:nvSpPr>
        <p:spPr>
          <a:xfrm>
            <a:off x="1346835" y="3662045"/>
            <a:ext cx="1388110" cy="1905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500"/>
              <a:t>Imports</a:t>
            </a:r>
            <a:endParaRPr lang="en-US" altLang="en-US" sz="1500"/>
          </a:p>
        </p:txBody>
      </p:sp>
      <p:sp>
        <p:nvSpPr>
          <p:cNvPr id="23" name="Rectangle 22"/>
          <p:cNvSpPr/>
          <p:nvPr/>
        </p:nvSpPr>
        <p:spPr>
          <a:xfrm>
            <a:off x="6532245" y="3521710"/>
            <a:ext cx="2981325" cy="15405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/>
              <a:t>Requirements</a:t>
            </a:r>
            <a:endParaRPr lang="en-IN" altLang="en-US"/>
          </a:p>
          <a:p>
            <a:pPr algn="ctr"/>
            <a:r>
              <a:rPr lang="en-IN" altLang="en-US"/>
              <a:t>120</a:t>
            </a:r>
            <a:endParaRPr lang="en-IN" altLang="en-US"/>
          </a:p>
        </p:txBody>
      </p:sp>
      <p:sp>
        <p:nvSpPr>
          <p:cNvPr id="24" name="Rectangle 23"/>
          <p:cNvSpPr/>
          <p:nvPr/>
        </p:nvSpPr>
        <p:spPr>
          <a:xfrm>
            <a:off x="1346835" y="4146550"/>
            <a:ext cx="1388110" cy="3308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500"/>
              <a:t>Generated Documents</a:t>
            </a:r>
            <a:endParaRPr lang="en-US" altLang="en-US" sz="1500"/>
          </a:p>
        </p:txBody>
      </p:sp>
      <p:sp>
        <p:nvSpPr>
          <p:cNvPr id="25" name="Rectangle 24"/>
          <p:cNvSpPr/>
          <p:nvPr/>
        </p:nvSpPr>
        <p:spPr>
          <a:xfrm>
            <a:off x="1346835" y="4818380"/>
            <a:ext cx="1388110" cy="24384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1500"/>
              <a:t>Template Manager</a:t>
            </a:r>
            <a:endParaRPr lang="en-IN" altLang="en-US" sz="1500"/>
          </a:p>
        </p:txBody>
      </p:sp>
      <p:sp>
        <p:nvSpPr>
          <p:cNvPr id="26" name="Rectangle 25"/>
          <p:cNvSpPr/>
          <p:nvPr/>
        </p:nvSpPr>
        <p:spPr>
          <a:xfrm>
            <a:off x="1346835" y="5287645"/>
            <a:ext cx="1388110" cy="24384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1500"/>
              <a:t>Test cases</a:t>
            </a:r>
            <a:endParaRPr lang="en-IN" altLang="en-US" sz="1500"/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IN" altLang="en-US"/>
              <a:t>Projects page</a:t>
            </a:r>
            <a:endParaRPr lang="en-IN" altLang="en-US"/>
          </a:p>
        </p:txBody>
      </p:sp>
      <p:sp>
        <p:nvSpPr>
          <p:cNvPr id="4" name="Rectangle 3"/>
          <p:cNvSpPr/>
          <p:nvPr/>
        </p:nvSpPr>
        <p:spPr>
          <a:xfrm>
            <a:off x="1163320" y="1920875"/>
            <a:ext cx="9498330" cy="40735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144270" y="1946910"/>
            <a:ext cx="9521190" cy="4832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9984105" y="2077085"/>
            <a:ext cx="591820" cy="2794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1000"/>
              <a:t>Logout</a:t>
            </a:r>
            <a:endParaRPr lang="en-IN" altLang="en-US" sz="1000"/>
          </a:p>
        </p:txBody>
      </p:sp>
      <p:graphicFrame>
        <p:nvGraphicFramePr>
          <p:cNvPr id="3" name="Table 2"/>
          <p:cNvGraphicFramePr/>
          <p:nvPr/>
        </p:nvGraphicFramePr>
        <p:xfrm>
          <a:off x="1645285" y="2857500"/>
          <a:ext cx="85344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728"/>
                <a:gridCol w="1575074"/>
                <a:gridCol w="2788783"/>
                <a:gridCol w="1153297"/>
                <a:gridCol w="1153297"/>
                <a:gridCol w="1476221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Sno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ProjectName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Description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Division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Status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Version</a:t>
                      </a:r>
                      <a:endParaRPr lang="en-IN" altLang="en-US" sz="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1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Test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This is a Test project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Data Division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New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1.0</a:t>
                      </a:r>
                      <a:endParaRPr lang="en-IN" altLang="en-US" sz="10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363075" y="2566035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Edit</a:t>
            </a:r>
            <a:endParaRPr lang="en-IN" altLang="en-US" sz="500"/>
          </a:p>
        </p:txBody>
      </p:sp>
      <p:sp>
        <p:nvSpPr>
          <p:cNvPr id="6" name="Rectangle 5"/>
          <p:cNvSpPr/>
          <p:nvPr/>
        </p:nvSpPr>
        <p:spPr>
          <a:xfrm>
            <a:off x="9787890" y="2564765"/>
            <a:ext cx="36893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Delete</a:t>
            </a:r>
            <a:endParaRPr lang="en-IN" altLang="en-US" sz="500"/>
          </a:p>
        </p:txBody>
      </p:sp>
      <p:sp>
        <p:nvSpPr>
          <p:cNvPr id="7" name="Rectangle 6"/>
          <p:cNvSpPr/>
          <p:nvPr/>
        </p:nvSpPr>
        <p:spPr>
          <a:xfrm>
            <a:off x="8902700" y="2564765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New</a:t>
            </a:r>
            <a:endParaRPr lang="en-IN" altLang="en-US" sz="500"/>
          </a:p>
        </p:txBody>
      </p:sp>
      <p:sp>
        <p:nvSpPr>
          <p:cNvPr id="8" name="Rectangle 7"/>
          <p:cNvSpPr/>
          <p:nvPr/>
        </p:nvSpPr>
        <p:spPr>
          <a:xfrm>
            <a:off x="1645285" y="2488565"/>
            <a:ext cx="1444625" cy="2787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/>
              <a:t>Projects</a:t>
            </a:r>
            <a:endParaRPr lang="en-IN" altLang="en-US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IN" altLang="en-US"/>
              <a:t>New Page- Projects</a:t>
            </a:r>
            <a:endParaRPr lang="en-IN" altLang="en-US"/>
          </a:p>
        </p:txBody>
      </p:sp>
      <p:sp>
        <p:nvSpPr>
          <p:cNvPr id="4" name="Rectangle 3"/>
          <p:cNvSpPr/>
          <p:nvPr/>
        </p:nvSpPr>
        <p:spPr>
          <a:xfrm>
            <a:off x="1163320" y="1920875"/>
            <a:ext cx="9498330" cy="40735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144270" y="1946910"/>
            <a:ext cx="9521190" cy="4832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9984105" y="2077085"/>
            <a:ext cx="591820" cy="2794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1000"/>
              <a:t>Logout</a:t>
            </a:r>
            <a:endParaRPr lang="en-IN" altLang="en-US" sz="1000"/>
          </a:p>
        </p:txBody>
      </p:sp>
      <p:graphicFrame>
        <p:nvGraphicFramePr>
          <p:cNvPr id="3" name="Table 2"/>
          <p:cNvGraphicFramePr/>
          <p:nvPr/>
        </p:nvGraphicFramePr>
        <p:xfrm>
          <a:off x="1645285" y="2857500"/>
          <a:ext cx="85344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310"/>
                <a:gridCol w="1821180"/>
                <a:gridCol w="3224530"/>
                <a:gridCol w="1333500"/>
                <a:gridCol w="170688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Sno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ProjectName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Description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Division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Status</a:t>
                      </a:r>
                      <a:endParaRPr lang="en-IN" altLang="en-US" sz="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1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Test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This is a Test project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Data Division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New</a:t>
                      </a:r>
                      <a:endParaRPr lang="en-IN" altLang="en-US" sz="10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363075" y="2566035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Edit</a:t>
            </a:r>
            <a:endParaRPr lang="en-IN" altLang="en-US" sz="500"/>
          </a:p>
        </p:txBody>
      </p:sp>
      <p:sp>
        <p:nvSpPr>
          <p:cNvPr id="6" name="Rectangle 5"/>
          <p:cNvSpPr/>
          <p:nvPr/>
        </p:nvSpPr>
        <p:spPr>
          <a:xfrm>
            <a:off x="9787890" y="2564765"/>
            <a:ext cx="36893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Delete</a:t>
            </a:r>
            <a:endParaRPr lang="en-IN" altLang="en-US" sz="500"/>
          </a:p>
        </p:txBody>
      </p:sp>
      <p:sp>
        <p:nvSpPr>
          <p:cNvPr id="7" name="Rectangle 6"/>
          <p:cNvSpPr/>
          <p:nvPr/>
        </p:nvSpPr>
        <p:spPr>
          <a:xfrm>
            <a:off x="8902700" y="2564765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New</a:t>
            </a:r>
            <a:endParaRPr lang="en-IN" altLang="en-US" sz="500"/>
          </a:p>
        </p:txBody>
      </p:sp>
      <p:sp>
        <p:nvSpPr>
          <p:cNvPr id="8" name="Rectangle 7"/>
          <p:cNvSpPr/>
          <p:nvPr/>
        </p:nvSpPr>
        <p:spPr>
          <a:xfrm>
            <a:off x="1892300" y="2727960"/>
            <a:ext cx="8001000" cy="30187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265930" y="3070225"/>
            <a:ext cx="4431665" cy="33464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3047365" y="3094355"/>
            <a:ext cx="111950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1100"/>
              <a:t>Project Name</a:t>
            </a:r>
            <a:endParaRPr lang="en-IN" altLang="en-US" sz="1100"/>
          </a:p>
        </p:txBody>
      </p:sp>
      <p:sp>
        <p:nvSpPr>
          <p:cNvPr id="11" name="Rectangle 10"/>
          <p:cNvSpPr/>
          <p:nvPr/>
        </p:nvSpPr>
        <p:spPr>
          <a:xfrm>
            <a:off x="4265930" y="3625215"/>
            <a:ext cx="4431665" cy="102679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3047365" y="3649345"/>
            <a:ext cx="111950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1100"/>
              <a:t>Description</a:t>
            </a:r>
            <a:endParaRPr lang="en-IN" altLang="en-US" sz="1100"/>
          </a:p>
        </p:txBody>
      </p:sp>
      <p:sp>
        <p:nvSpPr>
          <p:cNvPr id="13" name="Rectangle 12"/>
          <p:cNvSpPr/>
          <p:nvPr/>
        </p:nvSpPr>
        <p:spPr>
          <a:xfrm>
            <a:off x="4265930" y="5008880"/>
            <a:ext cx="592455" cy="15430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3092450" y="4956810"/>
            <a:ext cx="111950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1100"/>
              <a:t>Division</a:t>
            </a:r>
            <a:endParaRPr lang="en-IN" altLang="en-US" sz="1100"/>
          </a:p>
        </p:txBody>
      </p:sp>
      <p:sp>
        <p:nvSpPr>
          <p:cNvPr id="16" name="Flowchart: Merge 15"/>
          <p:cNvSpPr/>
          <p:nvPr/>
        </p:nvSpPr>
        <p:spPr>
          <a:xfrm>
            <a:off x="4740910" y="5062220"/>
            <a:ext cx="78105" cy="76200"/>
          </a:xfrm>
          <a:prstGeom prst="flowChartMerg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265930" y="5161280"/>
            <a:ext cx="621030" cy="755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600"/>
              <a:t>DATA</a:t>
            </a:r>
            <a:endParaRPr lang="en-IN" altLang="en-US" sz="600"/>
          </a:p>
        </p:txBody>
      </p:sp>
      <p:sp>
        <p:nvSpPr>
          <p:cNvPr id="22" name="Rectangle 21"/>
          <p:cNvSpPr/>
          <p:nvPr/>
        </p:nvSpPr>
        <p:spPr>
          <a:xfrm>
            <a:off x="4265930" y="5245100"/>
            <a:ext cx="621030" cy="755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600"/>
              <a:t>Logis</a:t>
            </a:r>
            <a:endParaRPr lang="en-IN" altLang="en-US" sz="600"/>
          </a:p>
        </p:txBody>
      </p:sp>
      <p:sp>
        <p:nvSpPr>
          <p:cNvPr id="24" name="Rectangle 23"/>
          <p:cNvSpPr/>
          <p:nvPr/>
        </p:nvSpPr>
        <p:spPr>
          <a:xfrm>
            <a:off x="5348605" y="5524500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Save</a:t>
            </a:r>
            <a:endParaRPr lang="en-IN" altLang="en-US" sz="500"/>
          </a:p>
        </p:txBody>
      </p:sp>
      <p:sp>
        <p:nvSpPr>
          <p:cNvPr id="25" name="Rectangle 24"/>
          <p:cNvSpPr/>
          <p:nvPr/>
        </p:nvSpPr>
        <p:spPr>
          <a:xfrm>
            <a:off x="5868670" y="5524500"/>
            <a:ext cx="415290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Cancel</a:t>
            </a:r>
            <a:endParaRPr lang="en-IN" altLang="en-US" sz="500"/>
          </a:p>
        </p:txBody>
      </p:sp>
      <p:sp>
        <p:nvSpPr>
          <p:cNvPr id="26" name="Rectangle 25"/>
          <p:cNvSpPr/>
          <p:nvPr/>
        </p:nvSpPr>
        <p:spPr>
          <a:xfrm>
            <a:off x="6542405" y="2773680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Add</a:t>
            </a:r>
            <a:endParaRPr lang="en-IN" altLang="en-US" sz="500"/>
          </a:p>
        </p:txBody>
      </p:sp>
      <p:sp>
        <p:nvSpPr>
          <p:cNvPr id="27" name="Rectangle 26"/>
          <p:cNvSpPr/>
          <p:nvPr/>
        </p:nvSpPr>
        <p:spPr>
          <a:xfrm>
            <a:off x="7015480" y="2773680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View</a:t>
            </a:r>
            <a:endParaRPr lang="en-IN" altLang="en-US" sz="500"/>
          </a:p>
        </p:txBody>
      </p:sp>
      <p:sp>
        <p:nvSpPr>
          <p:cNvPr id="29" name="Text Box 28"/>
          <p:cNvSpPr txBox="1"/>
          <p:nvPr/>
        </p:nvSpPr>
        <p:spPr>
          <a:xfrm>
            <a:off x="5818505" y="2753360"/>
            <a:ext cx="885190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600"/>
              <a:t>Requirements</a:t>
            </a:r>
            <a:endParaRPr lang="en-IN" altLang="en-US" sz="600"/>
          </a:p>
        </p:txBody>
      </p:sp>
      <p:sp>
        <p:nvSpPr>
          <p:cNvPr id="18" name="Rectangle 17"/>
          <p:cNvSpPr/>
          <p:nvPr/>
        </p:nvSpPr>
        <p:spPr>
          <a:xfrm>
            <a:off x="4961890" y="6455410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Save</a:t>
            </a:r>
            <a:endParaRPr lang="en-IN" altLang="en-US" sz="500"/>
          </a:p>
        </p:txBody>
      </p:sp>
      <p:sp>
        <p:nvSpPr>
          <p:cNvPr id="20" name="Rectangle 19"/>
          <p:cNvSpPr/>
          <p:nvPr/>
        </p:nvSpPr>
        <p:spPr>
          <a:xfrm>
            <a:off x="5481955" y="6455410"/>
            <a:ext cx="415290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Cancel</a:t>
            </a:r>
            <a:endParaRPr lang="en-IN" altLang="en-US" sz="500"/>
          </a:p>
        </p:txBody>
      </p:sp>
      <p:sp>
        <p:nvSpPr>
          <p:cNvPr id="21" name="Rectangle 20"/>
          <p:cNvSpPr/>
          <p:nvPr/>
        </p:nvSpPr>
        <p:spPr>
          <a:xfrm>
            <a:off x="7569200" y="2773680"/>
            <a:ext cx="415290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Import</a:t>
            </a:r>
            <a:endParaRPr lang="en-IN" altLang="en-US" sz="500"/>
          </a:p>
        </p:txBody>
      </p:sp>
      <p:sp>
        <p:nvSpPr>
          <p:cNvPr id="23" name="Rectangle 22"/>
          <p:cNvSpPr/>
          <p:nvPr/>
        </p:nvSpPr>
        <p:spPr>
          <a:xfrm>
            <a:off x="8122920" y="2773680"/>
            <a:ext cx="36893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Export</a:t>
            </a:r>
            <a:endParaRPr lang="en-IN" altLang="en-US" sz="500"/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IN" altLang="en-US"/>
              <a:t>New Page- Projects				-cont</a:t>
            </a:r>
            <a:endParaRPr lang="en-IN" altLang="en-US"/>
          </a:p>
        </p:txBody>
      </p:sp>
      <p:sp>
        <p:nvSpPr>
          <p:cNvPr id="4" name="Rectangle 3"/>
          <p:cNvSpPr/>
          <p:nvPr/>
        </p:nvSpPr>
        <p:spPr>
          <a:xfrm>
            <a:off x="1163320" y="1920875"/>
            <a:ext cx="9498330" cy="40735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144270" y="1946910"/>
            <a:ext cx="9521190" cy="4832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9984105" y="2077085"/>
            <a:ext cx="591820" cy="2794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1000"/>
              <a:t>Logout</a:t>
            </a:r>
            <a:endParaRPr lang="en-IN" altLang="en-US" sz="1000"/>
          </a:p>
        </p:txBody>
      </p:sp>
      <p:graphicFrame>
        <p:nvGraphicFramePr>
          <p:cNvPr id="3" name="Table 2"/>
          <p:cNvGraphicFramePr/>
          <p:nvPr/>
        </p:nvGraphicFramePr>
        <p:xfrm>
          <a:off x="1645285" y="2857500"/>
          <a:ext cx="85344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310"/>
                <a:gridCol w="1821180"/>
                <a:gridCol w="3224530"/>
                <a:gridCol w="1333500"/>
                <a:gridCol w="170688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Sno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ProjectName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Description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Division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Status</a:t>
                      </a:r>
                      <a:endParaRPr lang="en-IN" altLang="en-US" sz="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1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Test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This is a Test project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Data Division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New</a:t>
                      </a:r>
                      <a:endParaRPr lang="en-IN" altLang="en-US" sz="10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363075" y="2566035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Edit</a:t>
            </a:r>
            <a:endParaRPr lang="en-IN" altLang="en-US" sz="500"/>
          </a:p>
        </p:txBody>
      </p:sp>
      <p:sp>
        <p:nvSpPr>
          <p:cNvPr id="6" name="Rectangle 5"/>
          <p:cNvSpPr/>
          <p:nvPr/>
        </p:nvSpPr>
        <p:spPr>
          <a:xfrm>
            <a:off x="9787890" y="2564765"/>
            <a:ext cx="36893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Delete</a:t>
            </a:r>
            <a:endParaRPr lang="en-IN" altLang="en-US" sz="500"/>
          </a:p>
        </p:txBody>
      </p:sp>
      <p:sp>
        <p:nvSpPr>
          <p:cNvPr id="7" name="Rectangle 6"/>
          <p:cNvSpPr/>
          <p:nvPr/>
        </p:nvSpPr>
        <p:spPr>
          <a:xfrm>
            <a:off x="8902700" y="2564765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New</a:t>
            </a:r>
            <a:endParaRPr lang="en-IN" altLang="en-US" sz="500"/>
          </a:p>
        </p:txBody>
      </p:sp>
      <p:sp>
        <p:nvSpPr>
          <p:cNvPr id="8" name="Rectangle 7"/>
          <p:cNvSpPr/>
          <p:nvPr/>
        </p:nvSpPr>
        <p:spPr>
          <a:xfrm>
            <a:off x="1892300" y="2727960"/>
            <a:ext cx="8001000" cy="30187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265930" y="3070225"/>
            <a:ext cx="4431665" cy="33464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3047365" y="3094355"/>
            <a:ext cx="111950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1100"/>
              <a:t>Scope</a:t>
            </a:r>
            <a:endParaRPr lang="en-IN" altLang="en-US" sz="1100"/>
          </a:p>
        </p:txBody>
      </p:sp>
      <p:sp>
        <p:nvSpPr>
          <p:cNvPr id="12" name="Text Box 11"/>
          <p:cNvSpPr txBox="1"/>
          <p:nvPr/>
        </p:nvSpPr>
        <p:spPr>
          <a:xfrm>
            <a:off x="3047365" y="3649345"/>
            <a:ext cx="111950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1100"/>
              <a:t>Team</a:t>
            </a:r>
            <a:endParaRPr lang="en-IN" altLang="en-US" sz="1100"/>
          </a:p>
        </p:txBody>
      </p:sp>
      <p:sp>
        <p:nvSpPr>
          <p:cNvPr id="24" name="Rectangle 23"/>
          <p:cNvSpPr/>
          <p:nvPr/>
        </p:nvSpPr>
        <p:spPr>
          <a:xfrm>
            <a:off x="5348605" y="5524500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Save</a:t>
            </a:r>
            <a:endParaRPr lang="en-IN" altLang="en-US" sz="500"/>
          </a:p>
        </p:txBody>
      </p:sp>
      <p:sp>
        <p:nvSpPr>
          <p:cNvPr id="25" name="Rectangle 24"/>
          <p:cNvSpPr/>
          <p:nvPr/>
        </p:nvSpPr>
        <p:spPr>
          <a:xfrm>
            <a:off x="5868670" y="5524500"/>
            <a:ext cx="415290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Cancel</a:t>
            </a:r>
            <a:endParaRPr lang="en-IN" altLang="en-US" sz="500"/>
          </a:p>
        </p:txBody>
      </p:sp>
      <p:graphicFrame>
        <p:nvGraphicFramePr>
          <p:cNvPr id="30" name="Content Placeholder 29"/>
          <p:cNvGraphicFramePr/>
          <p:nvPr>
            <p:ph idx="1"/>
            <p:custDataLst>
              <p:tags r:id="rId2"/>
            </p:custDataLst>
          </p:nvPr>
        </p:nvGraphicFramePr>
        <p:xfrm>
          <a:off x="4265930" y="3611245"/>
          <a:ext cx="443103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7010"/>
                <a:gridCol w="1477010"/>
                <a:gridCol w="1477010"/>
              </a:tblGrid>
              <a:tr h="1828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600"/>
                        <a:t>Name</a:t>
                      </a:r>
                      <a:endParaRPr lang="en-IN" altLang="en-US" sz="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600"/>
                        <a:t>Role</a:t>
                      </a:r>
                      <a:endParaRPr lang="en-IN" altLang="en-US" sz="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600"/>
                        <a:t>Responsibility</a:t>
                      </a:r>
                      <a:endParaRPr lang="en-IN" altLang="en-US" sz="600"/>
                    </a:p>
                  </a:txBody>
                  <a:tcPr/>
                </a:tc>
              </a:tr>
              <a:tr h="182880">
                <a:tc>
                  <a:txBody>
                    <a:bodyPr/>
                    <a:p>
                      <a:pPr>
                        <a:buNone/>
                      </a:pPr>
                      <a:endParaRPr lang="en-US" sz="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600"/>
                    </a:p>
                  </a:txBody>
                  <a:tcPr/>
                </a:tc>
              </a:tr>
              <a:tr h="182880">
                <a:tc>
                  <a:txBody>
                    <a:bodyPr/>
                    <a:p>
                      <a:pPr>
                        <a:buNone/>
                      </a:pPr>
                      <a:endParaRPr lang="en-US" sz="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600"/>
                    </a:p>
                  </a:txBody>
                  <a:tcPr/>
                </a:tc>
              </a:tr>
              <a:tr h="182880">
                <a:tc>
                  <a:txBody>
                    <a:bodyPr/>
                    <a:p>
                      <a:pPr>
                        <a:buNone/>
                      </a:pPr>
                      <a:endParaRPr lang="en-US" sz="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6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6542405" y="2773680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Add</a:t>
            </a:r>
            <a:endParaRPr lang="en-IN" altLang="en-US" sz="500"/>
          </a:p>
        </p:txBody>
      </p:sp>
      <p:sp>
        <p:nvSpPr>
          <p:cNvPr id="20" name="Rectangle 19"/>
          <p:cNvSpPr/>
          <p:nvPr/>
        </p:nvSpPr>
        <p:spPr>
          <a:xfrm>
            <a:off x="7015480" y="2773680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View</a:t>
            </a:r>
            <a:endParaRPr lang="en-IN" altLang="en-US" sz="500"/>
          </a:p>
        </p:txBody>
      </p:sp>
      <p:sp>
        <p:nvSpPr>
          <p:cNvPr id="21" name="Text Box 20"/>
          <p:cNvSpPr txBox="1"/>
          <p:nvPr/>
        </p:nvSpPr>
        <p:spPr>
          <a:xfrm>
            <a:off x="5818505" y="2753360"/>
            <a:ext cx="885190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600"/>
              <a:t>Requirements</a:t>
            </a:r>
            <a:endParaRPr lang="en-IN" altLang="en-US" sz="600"/>
          </a:p>
        </p:txBody>
      </p:sp>
      <p:sp>
        <p:nvSpPr>
          <p:cNvPr id="23" name="Rectangle 22"/>
          <p:cNvSpPr/>
          <p:nvPr/>
        </p:nvSpPr>
        <p:spPr>
          <a:xfrm>
            <a:off x="7569200" y="2773680"/>
            <a:ext cx="415290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Import</a:t>
            </a:r>
            <a:endParaRPr lang="en-IN" altLang="en-US" sz="500"/>
          </a:p>
        </p:txBody>
      </p:sp>
      <p:sp>
        <p:nvSpPr>
          <p:cNvPr id="28" name="Rectangle 27"/>
          <p:cNvSpPr/>
          <p:nvPr/>
        </p:nvSpPr>
        <p:spPr>
          <a:xfrm>
            <a:off x="8122920" y="2773680"/>
            <a:ext cx="36893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Export</a:t>
            </a:r>
            <a:endParaRPr lang="en-IN" altLang="en-US" sz="500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IN" altLang="en-US"/>
              <a:t>Edit page- Projects</a:t>
            </a:r>
            <a:endParaRPr lang="en-IN" altLang="en-US"/>
          </a:p>
        </p:txBody>
      </p:sp>
      <p:sp>
        <p:nvSpPr>
          <p:cNvPr id="4" name="Rectangle 3"/>
          <p:cNvSpPr/>
          <p:nvPr/>
        </p:nvSpPr>
        <p:spPr>
          <a:xfrm>
            <a:off x="1163320" y="1920875"/>
            <a:ext cx="9498330" cy="40735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144270" y="1946910"/>
            <a:ext cx="9521190" cy="4832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9984105" y="2077085"/>
            <a:ext cx="591820" cy="2794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1000"/>
              <a:t>Logout</a:t>
            </a:r>
            <a:endParaRPr lang="en-IN" altLang="en-US" sz="1000"/>
          </a:p>
        </p:txBody>
      </p:sp>
      <p:graphicFrame>
        <p:nvGraphicFramePr>
          <p:cNvPr id="3" name="Table 2"/>
          <p:cNvGraphicFramePr/>
          <p:nvPr/>
        </p:nvGraphicFramePr>
        <p:xfrm>
          <a:off x="1645285" y="2857500"/>
          <a:ext cx="85344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728"/>
                <a:gridCol w="1575074"/>
                <a:gridCol w="2788783"/>
                <a:gridCol w="1153297"/>
                <a:gridCol w="1153297"/>
                <a:gridCol w="1476221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Sno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ProjectName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Description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Division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Status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Version</a:t>
                      </a:r>
                      <a:endParaRPr lang="en-IN" altLang="en-US" sz="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1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Test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This is a Test project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Data Division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New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1.0</a:t>
                      </a:r>
                      <a:endParaRPr lang="en-IN" altLang="en-US" sz="10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1000"/>
                        <a:t>2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Test2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This is a Test project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Data Division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New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1.0</a:t>
                      </a:r>
                      <a:endParaRPr lang="en-IN" altLang="en-US" sz="10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363075" y="2566035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Edit</a:t>
            </a:r>
            <a:endParaRPr lang="en-IN" altLang="en-US" sz="500"/>
          </a:p>
        </p:txBody>
      </p:sp>
      <p:sp>
        <p:nvSpPr>
          <p:cNvPr id="6" name="Rectangle 5"/>
          <p:cNvSpPr/>
          <p:nvPr/>
        </p:nvSpPr>
        <p:spPr>
          <a:xfrm>
            <a:off x="9787890" y="2564765"/>
            <a:ext cx="36893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Delete</a:t>
            </a:r>
            <a:endParaRPr lang="en-IN" altLang="en-US" sz="500"/>
          </a:p>
        </p:txBody>
      </p:sp>
      <p:sp>
        <p:nvSpPr>
          <p:cNvPr id="7" name="Rectangle 6"/>
          <p:cNvSpPr/>
          <p:nvPr/>
        </p:nvSpPr>
        <p:spPr>
          <a:xfrm>
            <a:off x="8902700" y="2564765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New</a:t>
            </a:r>
            <a:endParaRPr lang="en-IN" altLang="en-US" sz="500"/>
          </a:p>
        </p:txBody>
      </p:sp>
      <p:sp>
        <p:nvSpPr>
          <p:cNvPr id="8" name="Rectangle 7"/>
          <p:cNvSpPr/>
          <p:nvPr/>
        </p:nvSpPr>
        <p:spPr>
          <a:xfrm>
            <a:off x="1645285" y="2488565"/>
            <a:ext cx="1444625" cy="2787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/>
              <a:t>Projects</a:t>
            </a:r>
            <a:endParaRPr lang="en-IN" altLang="en-US"/>
          </a:p>
        </p:txBody>
      </p:sp>
      <p:sp>
        <p:nvSpPr>
          <p:cNvPr id="9" name="Oval 8"/>
          <p:cNvSpPr/>
          <p:nvPr/>
        </p:nvSpPr>
        <p:spPr>
          <a:xfrm>
            <a:off x="10233660" y="3354705"/>
            <a:ext cx="116205" cy="11112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0233660" y="3739515"/>
            <a:ext cx="116205" cy="11112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0256520" y="3371850"/>
            <a:ext cx="76200" cy="76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279015" y="3530600"/>
            <a:ext cx="6741160" cy="31826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879215" y="4001135"/>
            <a:ext cx="4431665" cy="33464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en-IN" altLang="en-US" sz="1000"/>
              <a:t>Test</a:t>
            </a:r>
            <a:endParaRPr lang="en-IN" altLang="en-US" sz="1000"/>
          </a:p>
        </p:txBody>
      </p:sp>
      <p:sp>
        <p:nvSpPr>
          <p:cNvPr id="18" name="Text Box 17"/>
          <p:cNvSpPr txBox="1"/>
          <p:nvPr/>
        </p:nvSpPr>
        <p:spPr>
          <a:xfrm>
            <a:off x="2660650" y="4025265"/>
            <a:ext cx="111950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1100"/>
              <a:t>Project Name</a:t>
            </a:r>
            <a:endParaRPr lang="en-IN" altLang="en-US" sz="1100"/>
          </a:p>
        </p:txBody>
      </p:sp>
      <p:sp>
        <p:nvSpPr>
          <p:cNvPr id="19" name="Rectangle 18"/>
          <p:cNvSpPr/>
          <p:nvPr/>
        </p:nvSpPr>
        <p:spPr>
          <a:xfrm>
            <a:off x="3879215" y="4556125"/>
            <a:ext cx="4431665" cy="102679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en-IN" altLang="en-US" sz="1000"/>
              <a:t>This is a Test Project</a:t>
            </a:r>
            <a:endParaRPr lang="en-IN" altLang="en-US" sz="1000"/>
          </a:p>
        </p:txBody>
      </p:sp>
      <p:sp>
        <p:nvSpPr>
          <p:cNvPr id="20" name="Text Box 19"/>
          <p:cNvSpPr txBox="1"/>
          <p:nvPr/>
        </p:nvSpPr>
        <p:spPr>
          <a:xfrm>
            <a:off x="2660650" y="4580255"/>
            <a:ext cx="111950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1100"/>
              <a:t>Description</a:t>
            </a:r>
            <a:endParaRPr lang="en-IN" altLang="en-US" sz="1100"/>
          </a:p>
        </p:txBody>
      </p:sp>
      <p:sp>
        <p:nvSpPr>
          <p:cNvPr id="21" name="Rectangle 20"/>
          <p:cNvSpPr/>
          <p:nvPr/>
        </p:nvSpPr>
        <p:spPr>
          <a:xfrm>
            <a:off x="3879215" y="5939790"/>
            <a:ext cx="592455" cy="15430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2705735" y="5887720"/>
            <a:ext cx="111950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1100"/>
              <a:t>Division</a:t>
            </a:r>
            <a:endParaRPr lang="en-IN" altLang="en-US" sz="1100"/>
          </a:p>
        </p:txBody>
      </p:sp>
      <p:sp>
        <p:nvSpPr>
          <p:cNvPr id="23" name="Flowchart: Merge 22"/>
          <p:cNvSpPr/>
          <p:nvPr/>
        </p:nvSpPr>
        <p:spPr>
          <a:xfrm>
            <a:off x="4354195" y="5993130"/>
            <a:ext cx="78105" cy="76200"/>
          </a:xfrm>
          <a:prstGeom prst="flowChartMerg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3879215" y="6092190"/>
            <a:ext cx="621030" cy="755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600"/>
              <a:t>DATA</a:t>
            </a:r>
            <a:endParaRPr lang="en-IN" altLang="en-US" sz="600"/>
          </a:p>
        </p:txBody>
      </p:sp>
      <p:sp>
        <p:nvSpPr>
          <p:cNvPr id="25" name="Rectangle 24"/>
          <p:cNvSpPr/>
          <p:nvPr/>
        </p:nvSpPr>
        <p:spPr>
          <a:xfrm>
            <a:off x="3879215" y="6176010"/>
            <a:ext cx="621030" cy="755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600"/>
              <a:t>Logis</a:t>
            </a:r>
            <a:endParaRPr lang="en-IN" altLang="en-US" sz="600"/>
          </a:p>
        </p:txBody>
      </p:sp>
      <p:sp>
        <p:nvSpPr>
          <p:cNvPr id="26" name="Rectangle 25"/>
          <p:cNvSpPr/>
          <p:nvPr/>
        </p:nvSpPr>
        <p:spPr>
          <a:xfrm>
            <a:off x="4961890" y="6455410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Save</a:t>
            </a:r>
            <a:endParaRPr lang="en-IN" altLang="en-US" sz="500"/>
          </a:p>
        </p:txBody>
      </p:sp>
      <p:sp>
        <p:nvSpPr>
          <p:cNvPr id="27" name="Rectangle 26"/>
          <p:cNvSpPr/>
          <p:nvPr/>
        </p:nvSpPr>
        <p:spPr>
          <a:xfrm>
            <a:off x="5481955" y="6455410"/>
            <a:ext cx="415290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Cancel</a:t>
            </a:r>
            <a:endParaRPr lang="en-IN" altLang="en-US" sz="500"/>
          </a:p>
        </p:txBody>
      </p:sp>
      <p:sp>
        <p:nvSpPr>
          <p:cNvPr id="28" name="Rectangle 27"/>
          <p:cNvSpPr/>
          <p:nvPr/>
        </p:nvSpPr>
        <p:spPr>
          <a:xfrm>
            <a:off x="7504430" y="3704590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Add</a:t>
            </a:r>
            <a:endParaRPr lang="en-IN" altLang="en-US" sz="500"/>
          </a:p>
        </p:txBody>
      </p:sp>
      <p:sp>
        <p:nvSpPr>
          <p:cNvPr id="29" name="Rectangle 28"/>
          <p:cNvSpPr/>
          <p:nvPr/>
        </p:nvSpPr>
        <p:spPr>
          <a:xfrm>
            <a:off x="7977505" y="3704590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View</a:t>
            </a:r>
            <a:endParaRPr lang="en-IN" altLang="en-US" sz="500"/>
          </a:p>
        </p:txBody>
      </p:sp>
      <p:sp>
        <p:nvSpPr>
          <p:cNvPr id="30" name="Text Box 29"/>
          <p:cNvSpPr txBox="1"/>
          <p:nvPr/>
        </p:nvSpPr>
        <p:spPr>
          <a:xfrm>
            <a:off x="6780530" y="3684270"/>
            <a:ext cx="885190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600"/>
              <a:t>Requirements</a:t>
            </a:r>
            <a:endParaRPr lang="en-IN" altLang="en-US" sz="600"/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IN" altLang="en-US"/>
              <a:t>Delete confirmation popup</a:t>
            </a:r>
            <a:endParaRPr lang="en-IN" altLang="en-US"/>
          </a:p>
        </p:txBody>
      </p:sp>
      <p:sp>
        <p:nvSpPr>
          <p:cNvPr id="4" name="Rectangle 3"/>
          <p:cNvSpPr/>
          <p:nvPr/>
        </p:nvSpPr>
        <p:spPr>
          <a:xfrm>
            <a:off x="1163320" y="1920875"/>
            <a:ext cx="9498330" cy="40735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144270" y="1946910"/>
            <a:ext cx="9521190" cy="4832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9984105" y="2077085"/>
            <a:ext cx="591820" cy="2794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1000"/>
              <a:t>Logout</a:t>
            </a:r>
            <a:endParaRPr lang="en-IN" altLang="en-US" sz="1000"/>
          </a:p>
        </p:txBody>
      </p:sp>
      <p:graphicFrame>
        <p:nvGraphicFramePr>
          <p:cNvPr id="3" name="Table 2"/>
          <p:cNvGraphicFramePr/>
          <p:nvPr/>
        </p:nvGraphicFramePr>
        <p:xfrm>
          <a:off x="1645285" y="2857500"/>
          <a:ext cx="85344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728"/>
                <a:gridCol w="1575074"/>
                <a:gridCol w="2788783"/>
                <a:gridCol w="1153160"/>
                <a:gridCol w="1153434"/>
                <a:gridCol w="1476221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Sno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ProjectName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Description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Division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Status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Version</a:t>
                      </a:r>
                      <a:endParaRPr lang="en-IN" altLang="en-US" sz="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1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Test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This is a Test project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Data Division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New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1.0</a:t>
                      </a:r>
                      <a:endParaRPr lang="en-IN" altLang="en-US" sz="10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1000"/>
                        <a:t>2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Test2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This is a Test project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Data Division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New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1.0</a:t>
                      </a:r>
                      <a:endParaRPr lang="en-IN" altLang="en-US" sz="10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363075" y="2566035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Edit</a:t>
            </a:r>
            <a:endParaRPr lang="en-IN" altLang="en-US" sz="500"/>
          </a:p>
        </p:txBody>
      </p:sp>
      <p:sp>
        <p:nvSpPr>
          <p:cNvPr id="6" name="Rectangle 5"/>
          <p:cNvSpPr/>
          <p:nvPr/>
        </p:nvSpPr>
        <p:spPr>
          <a:xfrm>
            <a:off x="9787890" y="2564765"/>
            <a:ext cx="36893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Delete</a:t>
            </a:r>
            <a:endParaRPr lang="en-IN" altLang="en-US" sz="500"/>
          </a:p>
        </p:txBody>
      </p:sp>
      <p:sp>
        <p:nvSpPr>
          <p:cNvPr id="7" name="Rectangle 6"/>
          <p:cNvSpPr/>
          <p:nvPr/>
        </p:nvSpPr>
        <p:spPr>
          <a:xfrm>
            <a:off x="8902700" y="2564765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New</a:t>
            </a:r>
            <a:endParaRPr lang="en-IN" altLang="en-US" sz="500"/>
          </a:p>
        </p:txBody>
      </p:sp>
      <p:sp>
        <p:nvSpPr>
          <p:cNvPr id="8" name="Rectangle 7"/>
          <p:cNvSpPr/>
          <p:nvPr/>
        </p:nvSpPr>
        <p:spPr>
          <a:xfrm>
            <a:off x="1645285" y="2488565"/>
            <a:ext cx="1444625" cy="2787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/>
              <a:t>Projects</a:t>
            </a:r>
            <a:endParaRPr lang="en-IN" altLang="en-US"/>
          </a:p>
        </p:txBody>
      </p:sp>
      <p:sp>
        <p:nvSpPr>
          <p:cNvPr id="9" name="Oval 8"/>
          <p:cNvSpPr/>
          <p:nvPr/>
        </p:nvSpPr>
        <p:spPr>
          <a:xfrm>
            <a:off x="10233660" y="3354705"/>
            <a:ext cx="116205" cy="11112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0233660" y="3739515"/>
            <a:ext cx="116205" cy="11112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0256520" y="3371850"/>
            <a:ext cx="76200" cy="76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312285" y="3530600"/>
            <a:ext cx="3318510" cy="7048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4998720" y="3605530"/>
            <a:ext cx="20281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1000"/>
              <a:t>Are you sure want to delete ?</a:t>
            </a:r>
            <a:endParaRPr lang="en-IN" altLang="en-US" sz="1000"/>
          </a:p>
        </p:txBody>
      </p:sp>
      <p:sp>
        <p:nvSpPr>
          <p:cNvPr id="31" name="Rectangle 30"/>
          <p:cNvSpPr/>
          <p:nvPr/>
        </p:nvSpPr>
        <p:spPr>
          <a:xfrm>
            <a:off x="5295900" y="3876040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Yes</a:t>
            </a:r>
            <a:endParaRPr lang="en-IN" altLang="en-US" sz="500"/>
          </a:p>
        </p:txBody>
      </p:sp>
      <p:sp>
        <p:nvSpPr>
          <p:cNvPr id="32" name="Rectangle 31"/>
          <p:cNvSpPr/>
          <p:nvPr/>
        </p:nvSpPr>
        <p:spPr>
          <a:xfrm>
            <a:off x="6220460" y="3876040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No</a:t>
            </a:r>
            <a:endParaRPr lang="en-IN" altLang="en-US" sz="500"/>
          </a:p>
        </p:txBody>
      </p: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IN" altLang="en-US"/>
              <a:t>New Page- RequirementsForm</a:t>
            </a:r>
            <a:endParaRPr lang="en-IN" altLang="en-US"/>
          </a:p>
        </p:txBody>
      </p:sp>
      <p:sp>
        <p:nvSpPr>
          <p:cNvPr id="4" name="Rectangle 3"/>
          <p:cNvSpPr/>
          <p:nvPr/>
        </p:nvSpPr>
        <p:spPr>
          <a:xfrm>
            <a:off x="1163320" y="1920875"/>
            <a:ext cx="9498330" cy="40735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144270" y="1946910"/>
            <a:ext cx="9521190" cy="4832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9984105" y="2077085"/>
            <a:ext cx="591820" cy="2794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1000"/>
              <a:t>Logout</a:t>
            </a:r>
            <a:endParaRPr lang="en-IN" altLang="en-US" sz="1000"/>
          </a:p>
        </p:txBody>
      </p:sp>
      <p:graphicFrame>
        <p:nvGraphicFramePr>
          <p:cNvPr id="3" name="Table 2"/>
          <p:cNvGraphicFramePr/>
          <p:nvPr/>
        </p:nvGraphicFramePr>
        <p:xfrm>
          <a:off x="1645285" y="2857500"/>
          <a:ext cx="85344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310"/>
                <a:gridCol w="1821180"/>
                <a:gridCol w="3224530"/>
                <a:gridCol w="1333500"/>
                <a:gridCol w="170688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Sno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ProjectName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Description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Division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Status</a:t>
                      </a:r>
                      <a:endParaRPr lang="en-IN" altLang="en-US" sz="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1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Test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This is a Test project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Data Division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New</a:t>
                      </a:r>
                      <a:endParaRPr lang="en-IN" altLang="en-US" sz="10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363075" y="2566035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Edit</a:t>
            </a:r>
            <a:endParaRPr lang="en-IN" altLang="en-US" sz="500"/>
          </a:p>
        </p:txBody>
      </p:sp>
      <p:sp>
        <p:nvSpPr>
          <p:cNvPr id="6" name="Rectangle 5"/>
          <p:cNvSpPr/>
          <p:nvPr/>
        </p:nvSpPr>
        <p:spPr>
          <a:xfrm>
            <a:off x="9787890" y="2564765"/>
            <a:ext cx="36893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Delete</a:t>
            </a:r>
            <a:endParaRPr lang="en-IN" altLang="en-US" sz="500"/>
          </a:p>
        </p:txBody>
      </p:sp>
      <p:sp>
        <p:nvSpPr>
          <p:cNvPr id="7" name="Rectangle 6"/>
          <p:cNvSpPr/>
          <p:nvPr/>
        </p:nvSpPr>
        <p:spPr>
          <a:xfrm>
            <a:off x="8902700" y="2564765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New</a:t>
            </a:r>
            <a:endParaRPr lang="en-IN" altLang="en-US" sz="500"/>
          </a:p>
        </p:txBody>
      </p:sp>
      <p:sp>
        <p:nvSpPr>
          <p:cNvPr id="8" name="Rectangle 7"/>
          <p:cNvSpPr/>
          <p:nvPr/>
        </p:nvSpPr>
        <p:spPr>
          <a:xfrm>
            <a:off x="1892300" y="2727960"/>
            <a:ext cx="8001000" cy="30187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IN" altLang="en-US"/>
          </a:p>
        </p:txBody>
      </p:sp>
      <p:sp>
        <p:nvSpPr>
          <p:cNvPr id="9" name="Rectangle 8"/>
          <p:cNvSpPr/>
          <p:nvPr/>
        </p:nvSpPr>
        <p:spPr>
          <a:xfrm>
            <a:off x="4265930" y="3070225"/>
            <a:ext cx="4431665" cy="33464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IN" altLang="en-US"/>
              <a:t>Test 3</a:t>
            </a:r>
            <a:endParaRPr lang="en-IN" altLang="en-US"/>
          </a:p>
        </p:txBody>
      </p:sp>
      <p:sp>
        <p:nvSpPr>
          <p:cNvPr id="10" name="Text Box 9"/>
          <p:cNvSpPr txBox="1"/>
          <p:nvPr/>
        </p:nvSpPr>
        <p:spPr>
          <a:xfrm>
            <a:off x="3047365" y="3094355"/>
            <a:ext cx="111950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1100"/>
              <a:t>Project Name</a:t>
            </a:r>
            <a:endParaRPr lang="en-IN" altLang="en-US" sz="1100"/>
          </a:p>
        </p:txBody>
      </p:sp>
      <p:sp>
        <p:nvSpPr>
          <p:cNvPr id="11" name="Rectangle 10"/>
          <p:cNvSpPr/>
          <p:nvPr/>
        </p:nvSpPr>
        <p:spPr>
          <a:xfrm>
            <a:off x="4265930" y="3625215"/>
            <a:ext cx="4431665" cy="102679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IN" altLang="en-US">
                <a:sym typeface="+mn-ea"/>
              </a:rPr>
              <a:t>Adding requirements to project 3</a:t>
            </a:r>
            <a:endParaRPr lang="en-IN" altLang="en-US"/>
          </a:p>
          <a:p>
            <a:pPr algn="ctr"/>
            <a:endParaRPr lang="en-IN" altLang="en-US"/>
          </a:p>
        </p:txBody>
      </p:sp>
      <p:sp>
        <p:nvSpPr>
          <p:cNvPr id="12" name="Text Box 11"/>
          <p:cNvSpPr txBox="1"/>
          <p:nvPr/>
        </p:nvSpPr>
        <p:spPr>
          <a:xfrm>
            <a:off x="3047365" y="3649345"/>
            <a:ext cx="111950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1100"/>
              <a:t>Description</a:t>
            </a:r>
            <a:endParaRPr lang="en-IN" altLang="en-US" sz="1100"/>
          </a:p>
        </p:txBody>
      </p:sp>
      <p:sp>
        <p:nvSpPr>
          <p:cNvPr id="13" name="Rectangle 12"/>
          <p:cNvSpPr/>
          <p:nvPr/>
        </p:nvSpPr>
        <p:spPr>
          <a:xfrm>
            <a:off x="4265930" y="5008880"/>
            <a:ext cx="592455" cy="15430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3092450" y="4956810"/>
            <a:ext cx="111950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1100"/>
              <a:t>Division</a:t>
            </a:r>
            <a:endParaRPr lang="en-IN" altLang="en-US" sz="1100"/>
          </a:p>
        </p:txBody>
      </p:sp>
      <p:sp>
        <p:nvSpPr>
          <p:cNvPr id="16" name="Flowchart: Merge 15"/>
          <p:cNvSpPr/>
          <p:nvPr/>
        </p:nvSpPr>
        <p:spPr>
          <a:xfrm>
            <a:off x="4740910" y="5062220"/>
            <a:ext cx="78105" cy="76200"/>
          </a:xfrm>
          <a:prstGeom prst="flowChartMerg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265930" y="5161280"/>
            <a:ext cx="621030" cy="755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600"/>
              <a:t>DATA</a:t>
            </a:r>
            <a:endParaRPr lang="en-IN" altLang="en-US" sz="600"/>
          </a:p>
        </p:txBody>
      </p:sp>
      <p:sp>
        <p:nvSpPr>
          <p:cNvPr id="22" name="Rectangle 21"/>
          <p:cNvSpPr/>
          <p:nvPr/>
        </p:nvSpPr>
        <p:spPr>
          <a:xfrm>
            <a:off x="4265930" y="5245100"/>
            <a:ext cx="621030" cy="755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600"/>
              <a:t>Logis</a:t>
            </a:r>
            <a:endParaRPr lang="en-IN" altLang="en-US" sz="600"/>
          </a:p>
        </p:txBody>
      </p:sp>
      <p:sp>
        <p:nvSpPr>
          <p:cNvPr id="24" name="Rectangle 23"/>
          <p:cNvSpPr/>
          <p:nvPr/>
        </p:nvSpPr>
        <p:spPr>
          <a:xfrm>
            <a:off x="5348605" y="5524500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Save</a:t>
            </a:r>
            <a:endParaRPr lang="en-IN" altLang="en-US" sz="500"/>
          </a:p>
        </p:txBody>
      </p:sp>
      <p:sp>
        <p:nvSpPr>
          <p:cNvPr id="25" name="Rectangle 24"/>
          <p:cNvSpPr/>
          <p:nvPr/>
        </p:nvSpPr>
        <p:spPr>
          <a:xfrm>
            <a:off x="5868670" y="5524500"/>
            <a:ext cx="415290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Cancel</a:t>
            </a:r>
            <a:endParaRPr lang="en-IN" altLang="en-US" sz="500"/>
          </a:p>
        </p:txBody>
      </p:sp>
      <p:sp>
        <p:nvSpPr>
          <p:cNvPr id="18" name="Rectangle 17"/>
          <p:cNvSpPr/>
          <p:nvPr/>
        </p:nvSpPr>
        <p:spPr>
          <a:xfrm>
            <a:off x="1892300" y="3689350"/>
            <a:ext cx="5715000" cy="30187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IN" altLang="en-US"/>
          </a:p>
        </p:txBody>
      </p:sp>
      <p:sp>
        <p:nvSpPr>
          <p:cNvPr id="20" name="Text Box 19"/>
          <p:cNvSpPr txBox="1"/>
          <p:nvPr/>
        </p:nvSpPr>
        <p:spPr>
          <a:xfrm>
            <a:off x="2167890" y="3704590"/>
            <a:ext cx="1551940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1100"/>
              <a:t>Requirement - 001</a:t>
            </a:r>
            <a:endParaRPr lang="en-IN" altLang="en-US" sz="1100"/>
          </a:p>
        </p:txBody>
      </p:sp>
      <p:sp>
        <p:nvSpPr>
          <p:cNvPr id="21" name="Text Box 20"/>
          <p:cNvSpPr txBox="1"/>
          <p:nvPr/>
        </p:nvSpPr>
        <p:spPr>
          <a:xfrm>
            <a:off x="2291080" y="4133215"/>
            <a:ext cx="114871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900"/>
              <a:t>Title	</a:t>
            </a:r>
            <a:endParaRPr lang="en-IN" altLang="en-US" sz="900"/>
          </a:p>
        </p:txBody>
      </p:sp>
      <p:sp>
        <p:nvSpPr>
          <p:cNvPr id="23" name="Rectangle 22"/>
          <p:cNvSpPr/>
          <p:nvPr/>
        </p:nvSpPr>
        <p:spPr>
          <a:xfrm>
            <a:off x="3228975" y="4134485"/>
            <a:ext cx="3745230" cy="2286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IN" altLang="en-US" sz="600"/>
              <a:t>Sample Test 001</a:t>
            </a:r>
            <a:endParaRPr lang="en-IN" altLang="en-US" sz="600"/>
          </a:p>
        </p:txBody>
      </p:sp>
      <p:sp>
        <p:nvSpPr>
          <p:cNvPr id="39" name="Text Box 38"/>
          <p:cNvSpPr txBox="1"/>
          <p:nvPr/>
        </p:nvSpPr>
        <p:spPr>
          <a:xfrm>
            <a:off x="2291080" y="4544695"/>
            <a:ext cx="114871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900"/>
              <a:t>Description</a:t>
            </a:r>
            <a:endParaRPr lang="en-US" altLang="en-US" sz="900"/>
          </a:p>
        </p:txBody>
      </p:sp>
      <p:sp>
        <p:nvSpPr>
          <p:cNvPr id="40" name="Rectangle 39"/>
          <p:cNvSpPr/>
          <p:nvPr/>
        </p:nvSpPr>
        <p:spPr>
          <a:xfrm>
            <a:off x="3228975" y="4545965"/>
            <a:ext cx="3745230" cy="8318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IN" altLang="en-US" sz="600"/>
              <a:t>This is a sample requirement 001</a:t>
            </a:r>
            <a:endParaRPr lang="en-IN" altLang="en-US" sz="600"/>
          </a:p>
        </p:txBody>
      </p:sp>
      <p:sp>
        <p:nvSpPr>
          <p:cNvPr id="41" name="Text Box 40"/>
          <p:cNvSpPr txBox="1"/>
          <p:nvPr/>
        </p:nvSpPr>
        <p:spPr>
          <a:xfrm>
            <a:off x="2291080" y="5683885"/>
            <a:ext cx="114871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900"/>
              <a:t>Type	</a:t>
            </a:r>
            <a:endParaRPr lang="en-IN" altLang="en-US" sz="900"/>
          </a:p>
        </p:txBody>
      </p:sp>
      <p:sp>
        <p:nvSpPr>
          <p:cNvPr id="42" name="Rectangle 41"/>
          <p:cNvSpPr/>
          <p:nvPr/>
        </p:nvSpPr>
        <p:spPr>
          <a:xfrm>
            <a:off x="3228975" y="5685155"/>
            <a:ext cx="3745230" cy="2286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IN" altLang="en-US" sz="600"/>
              <a:t>Functional</a:t>
            </a:r>
            <a:endParaRPr lang="en-IN" altLang="en-US" sz="600"/>
          </a:p>
        </p:txBody>
      </p:sp>
      <p:sp>
        <p:nvSpPr>
          <p:cNvPr id="43" name="Text Box 42"/>
          <p:cNvSpPr txBox="1"/>
          <p:nvPr/>
        </p:nvSpPr>
        <p:spPr>
          <a:xfrm>
            <a:off x="2291080" y="6209030"/>
            <a:ext cx="114871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900"/>
              <a:t>Priority	</a:t>
            </a:r>
            <a:endParaRPr lang="en-IN" altLang="en-US" sz="900"/>
          </a:p>
        </p:txBody>
      </p:sp>
      <p:sp>
        <p:nvSpPr>
          <p:cNvPr id="44" name="Rectangle 43"/>
          <p:cNvSpPr/>
          <p:nvPr/>
        </p:nvSpPr>
        <p:spPr>
          <a:xfrm>
            <a:off x="3228975" y="6210300"/>
            <a:ext cx="3745230" cy="2286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IN" altLang="en-US" sz="600"/>
              <a:t>Major</a:t>
            </a:r>
            <a:endParaRPr lang="en-IN" altLang="en-US" sz="600"/>
          </a:p>
        </p:txBody>
      </p:sp>
      <p:sp>
        <p:nvSpPr>
          <p:cNvPr id="45" name="Rectangle 44"/>
          <p:cNvSpPr/>
          <p:nvPr/>
        </p:nvSpPr>
        <p:spPr>
          <a:xfrm>
            <a:off x="4324985" y="6518910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Save</a:t>
            </a:r>
            <a:endParaRPr lang="en-IN" altLang="en-US" sz="500"/>
          </a:p>
        </p:txBody>
      </p:sp>
      <p:sp>
        <p:nvSpPr>
          <p:cNvPr id="46" name="Rectangle 45"/>
          <p:cNvSpPr/>
          <p:nvPr/>
        </p:nvSpPr>
        <p:spPr>
          <a:xfrm>
            <a:off x="4845050" y="6518910"/>
            <a:ext cx="415290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Cancel</a:t>
            </a:r>
            <a:endParaRPr lang="en-IN" altLang="en-US" sz="500"/>
          </a:p>
        </p:txBody>
      </p:sp>
      <p:sp>
        <p:nvSpPr>
          <p:cNvPr id="47" name="Rectangle 46"/>
          <p:cNvSpPr/>
          <p:nvPr/>
        </p:nvSpPr>
        <p:spPr>
          <a:xfrm>
            <a:off x="6542405" y="2773680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Add</a:t>
            </a:r>
            <a:endParaRPr lang="en-IN" altLang="en-US" sz="500"/>
          </a:p>
        </p:txBody>
      </p:sp>
      <p:sp>
        <p:nvSpPr>
          <p:cNvPr id="48" name="Rectangle 47"/>
          <p:cNvSpPr/>
          <p:nvPr/>
        </p:nvSpPr>
        <p:spPr>
          <a:xfrm>
            <a:off x="7015480" y="2773680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View</a:t>
            </a:r>
            <a:endParaRPr lang="en-IN" altLang="en-US" sz="500"/>
          </a:p>
        </p:txBody>
      </p:sp>
      <p:sp>
        <p:nvSpPr>
          <p:cNvPr id="49" name="Text Box 48"/>
          <p:cNvSpPr txBox="1"/>
          <p:nvPr/>
        </p:nvSpPr>
        <p:spPr>
          <a:xfrm>
            <a:off x="5818505" y="2753360"/>
            <a:ext cx="885190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600"/>
              <a:t>Requirements</a:t>
            </a:r>
            <a:endParaRPr lang="en-IN" altLang="en-US" sz="600"/>
          </a:p>
        </p:txBody>
      </p:sp>
      <p:sp>
        <p:nvSpPr>
          <p:cNvPr id="50" name="Rectangle 49"/>
          <p:cNvSpPr/>
          <p:nvPr/>
        </p:nvSpPr>
        <p:spPr>
          <a:xfrm>
            <a:off x="7569200" y="2773680"/>
            <a:ext cx="415290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Import</a:t>
            </a:r>
            <a:endParaRPr lang="en-IN" altLang="en-US" sz="500"/>
          </a:p>
        </p:txBody>
      </p:sp>
      <p:sp>
        <p:nvSpPr>
          <p:cNvPr id="51" name="Rectangle 50"/>
          <p:cNvSpPr/>
          <p:nvPr/>
        </p:nvSpPr>
        <p:spPr>
          <a:xfrm>
            <a:off x="8122920" y="2773680"/>
            <a:ext cx="36893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Export</a:t>
            </a:r>
            <a:endParaRPr lang="en-IN" altLang="en-US" sz="500"/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IN" altLang="en-US"/>
              <a:t>New Page- RequirementsForm</a:t>
            </a:r>
            <a:endParaRPr lang="en-IN" altLang="en-US"/>
          </a:p>
        </p:txBody>
      </p:sp>
      <p:sp>
        <p:nvSpPr>
          <p:cNvPr id="4" name="Rectangle 3"/>
          <p:cNvSpPr/>
          <p:nvPr/>
        </p:nvSpPr>
        <p:spPr>
          <a:xfrm>
            <a:off x="1163320" y="1920875"/>
            <a:ext cx="9498330" cy="40735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144270" y="1946910"/>
            <a:ext cx="9521190" cy="4832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9984105" y="2077085"/>
            <a:ext cx="591820" cy="2794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1000"/>
              <a:t>Logout</a:t>
            </a:r>
            <a:endParaRPr lang="en-IN" altLang="en-US" sz="1000"/>
          </a:p>
        </p:txBody>
      </p:sp>
      <p:graphicFrame>
        <p:nvGraphicFramePr>
          <p:cNvPr id="3" name="Table 2"/>
          <p:cNvGraphicFramePr/>
          <p:nvPr/>
        </p:nvGraphicFramePr>
        <p:xfrm>
          <a:off x="1645285" y="2857500"/>
          <a:ext cx="85344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310"/>
                <a:gridCol w="1821180"/>
                <a:gridCol w="3224530"/>
                <a:gridCol w="1333500"/>
                <a:gridCol w="170688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Sno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ProjectName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Description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Division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Status</a:t>
                      </a:r>
                      <a:endParaRPr lang="en-IN" altLang="en-US" sz="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1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Test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This is a Test project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Data Division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New</a:t>
                      </a:r>
                      <a:endParaRPr lang="en-IN" altLang="en-US" sz="10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363075" y="2566035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Edit</a:t>
            </a:r>
            <a:endParaRPr lang="en-IN" altLang="en-US" sz="500"/>
          </a:p>
        </p:txBody>
      </p:sp>
      <p:sp>
        <p:nvSpPr>
          <p:cNvPr id="6" name="Rectangle 5"/>
          <p:cNvSpPr/>
          <p:nvPr/>
        </p:nvSpPr>
        <p:spPr>
          <a:xfrm>
            <a:off x="9787890" y="2564765"/>
            <a:ext cx="36893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Delete</a:t>
            </a:r>
            <a:endParaRPr lang="en-IN" altLang="en-US" sz="500"/>
          </a:p>
        </p:txBody>
      </p:sp>
      <p:sp>
        <p:nvSpPr>
          <p:cNvPr id="7" name="Rectangle 6"/>
          <p:cNvSpPr/>
          <p:nvPr/>
        </p:nvSpPr>
        <p:spPr>
          <a:xfrm>
            <a:off x="8902700" y="2564765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New</a:t>
            </a:r>
            <a:endParaRPr lang="en-IN" altLang="en-US" sz="500"/>
          </a:p>
        </p:txBody>
      </p:sp>
      <p:sp>
        <p:nvSpPr>
          <p:cNvPr id="8" name="Rectangle 7"/>
          <p:cNvSpPr/>
          <p:nvPr/>
        </p:nvSpPr>
        <p:spPr>
          <a:xfrm>
            <a:off x="1892300" y="2727960"/>
            <a:ext cx="8001000" cy="30187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IN" altLang="en-US"/>
          </a:p>
        </p:txBody>
      </p:sp>
      <p:sp>
        <p:nvSpPr>
          <p:cNvPr id="9" name="Rectangle 8"/>
          <p:cNvSpPr/>
          <p:nvPr/>
        </p:nvSpPr>
        <p:spPr>
          <a:xfrm>
            <a:off x="4265930" y="3070225"/>
            <a:ext cx="4431665" cy="33464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IN" altLang="en-US"/>
              <a:t>Test 3</a:t>
            </a:r>
            <a:endParaRPr lang="en-IN" altLang="en-US"/>
          </a:p>
        </p:txBody>
      </p:sp>
      <p:sp>
        <p:nvSpPr>
          <p:cNvPr id="10" name="Text Box 9"/>
          <p:cNvSpPr txBox="1"/>
          <p:nvPr/>
        </p:nvSpPr>
        <p:spPr>
          <a:xfrm>
            <a:off x="3047365" y="3094355"/>
            <a:ext cx="111950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1100"/>
              <a:t>Project Name</a:t>
            </a:r>
            <a:endParaRPr lang="en-IN" altLang="en-US" sz="1100"/>
          </a:p>
        </p:txBody>
      </p:sp>
      <p:sp>
        <p:nvSpPr>
          <p:cNvPr id="11" name="Rectangle 10"/>
          <p:cNvSpPr/>
          <p:nvPr/>
        </p:nvSpPr>
        <p:spPr>
          <a:xfrm>
            <a:off x="4265930" y="3625215"/>
            <a:ext cx="4431665" cy="102679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IN" altLang="en-US">
                <a:sym typeface="+mn-ea"/>
              </a:rPr>
              <a:t>Adding requirements to project 3</a:t>
            </a:r>
            <a:endParaRPr lang="en-IN" altLang="en-US"/>
          </a:p>
          <a:p>
            <a:pPr algn="ctr"/>
            <a:endParaRPr lang="en-IN" altLang="en-US"/>
          </a:p>
        </p:txBody>
      </p:sp>
      <p:sp>
        <p:nvSpPr>
          <p:cNvPr id="12" name="Text Box 11"/>
          <p:cNvSpPr txBox="1"/>
          <p:nvPr/>
        </p:nvSpPr>
        <p:spPr>
          <a:xfrm>
            <a:off x="3047365" y="3649345"/>
            <a:ext cx="111950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1100"/>
              <a:t>Description</a:t>
            </a:r>
            <a:endParaRPr lang="en-IN" altLang="en-US" sz="1100"/>
          </a:p>
        </p:txBody>
      </p:sp>
      <p:sp>
        <p:nvSpPr>
          <p:cNvPr id="13" name="Rectangle 12"/>
          <p:cNvSpPr/>
          <p:nvPr/>
        </p:nvSpPr>
        <p:spPr>
          <a:xfrm>
            <a:off x="4265930" y="5008880"/>
            <a:ext cx="592455" cy="15430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3092450" y="4956810"/>
            <a:ext cx="111950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1100"/>
              <a:t>Division</a:t>
            </a:r>
            <a:endParaRPr lang="en-IN" altLang="en-US" sz="1100"/>
          </a:p>
        </p:txBody>
      </p:sp>
      <p:sp>
        <p:nvSpPr>
          <p:cNvPr id="16" name="Flowchart: Merge 15"/>
          <p:cNvSpPr/>
          <p:nvPr/>
        </p:nvSpPr>
        <p:spPr>
          <a:xfrm>
            <a:off x="4740910" y="5062220"/>
            <a:ext cx="78105" cy="76200"/>
          </a:xfrm>
          <a:prstGeom prst="flowChartMerg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265930" y="5161280"/>
            <a:ext cx="621030" cy="755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600"/>
              <a:t>DATA</a:t>
            </a:r>
            <a:endParaRPr lang="en-IN" altLang="en-US" sz="600"/>
          </a:p>
        </p:txBody>
      </p:sp>
      <p:sp>
        <p:nvSpPr>
          <p:cNvPr id="22" name="Rectangle 21"/>
          <p:cNvSpPr/>
          <p:nvPr/>
        </p:nvSpPr>
        <p:spPr>
          <a:xfrm>
            <a:off x="4265930" y="5245100"/>
            <a:ext cx="621030" cy="755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600"/>
              <a:t>Logis</a:t>
            </a:r>
            <a:endParaRPr lang="en-IN" altLang="en-US" sz="600"/>
          </a:p>
        </p:txBody>
      </p:sp>
      <p:sp>
        <p:nvSpPr>
          <p:cNvPr id="24" name="Rectangle 23"/>
          <p:cNvSpPr/>
          <p:nvPr/>
        </p:nvSpPr>
        <p:spPr>
          <a:xfrm>
            <a:off x="5348605" y="5524500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Save</a:t>
            </a:r>
            <a:endParaRPr lang="en-IN" altLang="en-US" sz="500"/>
          </a:p>
        </p:txBody>
      </p:sp>
      <p:sp>
        <p:nvSpPr>
          <p:cNvPr id="25" name="Rectangle 24"/>
          <p:cNvSpPr/>
          <p:nvPr/>
        </p:nvSpPr>
        <p:spPr>
          <a:xfrm>
            <a:off x="5868670" y="5524500"/>
            <a:ext cx="415290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Cancel</a:t>
            </a:r>
            <a:endParaRPr lang="en-IN" altLang="en-US" sz="500"/>
          </a:p>
        </p:txBody>
      </p:sp>
      <p:sp>
        <p:nvSpPr>
          <p:cNvPr id="18" name="Rectangle 17"/>
          <p:cNvSpPr/>
          <p:nvPr/>
        </p:nvSpPr>
        <p:spPr>
          <a:xfrm>
            <a:off x="1892300" y="3689350"/>
            <a:ext cx="5715000" cy="30187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IN" altLang="en-US"/>
          </a:p>
        </p:txBody>
      </p:sp>
      <p:sp>
        <p:nvSpPr>
          <p:cNvPr id="20" name="Text Box 19"/>
          <p:cNvSpPr txBox="1"/>
          <p:nvPr/>
        </p:nvSpPr>
        <p:spPr>
          <a:xfrm>
            <a:off x="2167890" y="3704590"/>
            <a:ext cx="1551940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1100"/>
              <a:t>Requirements</a:t>
            </a:r>
            <a:endParaRPr lang="en-IN" altLang="en-US" sz="1100"/>
          </a:p>
        </p:txBody>
      </p:sp>
      <p:graphicFrame>
        <p:nvGraphicFramePr>
          <p:cNvPr id="28" name="Table 27"/>
          <p:cNvGraphicFramePr/>
          <p:nvPr/>
        </p:nvGraphicFramePr>
        <p:xfrm>
          <a:off x="2167890" y="4229100"/>
          <a:ext cx="523875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810"/>
                <a:gridCol w="1009650"/>
                <a:gridCol w="2251710"/>
                <a:gridCol w="575310"/>
                <a:gridCol w="63627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600"/>
                        <a:t>Id</a:t>
                      </a:r>
                      <a:endParaRPr lang="en-IN" altLang="en-US" sz="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600"/>
                        <a:t>Title</a:t>
                      </a:r>
                      <a:endParaRPr lang="en-IN" altLang="en-US" sz="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600"/>
                        <a:t>Description</a:t>
                      </a:r>
                      <a:endParaRPr lang="en-IN" altLang="en-US" sz="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600"/>
                        <a:t>Type</a:t>
                      </a:r>
                      <a:endParaRPr lang="en-IN" altLang="en-US" sz="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600"/>
                        <a:t>Priority</a:t>
                      </a:r>
                      <a:endParaRPr lang="en-IN" altLang="en-US" sz="6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600"/>
                        <a:t>Requirement 001</a:t>
                      </a:r>
                      <a:endParaRPr lang="en-IN" altLang="en-US" sz="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600">
                          <a:sym typeface="+mn-ea"/>
                        </a:rPr>
                        <a:t>Sample Test 001</a:t>
                      </a:r>
                      <a:endParaRPr lang="en-IN" altLang="en-US" sz="600"/>
                    </a:p>
                    <a:p>
                      <a:pPr>
                        <a:buNone/>
                      </a:pPr>
                      <a:endParaRPr lang="en-US" sz="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600">
                          <a:sym typeface="+mn-ea"/>
                        </a:rPr>
                        <a:t>This is a sample requirement 001</a:t>
                      </a:r>
                      <a:endParaRPr lang="en-IN" altLang="en-US" sz="600"/>
                    </a:p>
                    <a:p>
                      <a:pPr>
                        <a:buNone/>
                      </a:pPr>
                      <a:endParaRPr lang="en-US" sz="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600">
                          <a:sym typeface="+mn-ea"/>
                        </a:rPr>
                        <a:t>Functional</a:t>
                      </a:r>
                      <a:endParaRPr lang="en-US" sz="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600"/>
                        <a:t>Major</a:t>
                      </a:r>
                      <a:endParaRPr lang="en-IN" altLang="en-US" sz="6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 sz="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6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4407535" y="6455410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Edit</a:t>
            </a:r>
            <a:endParaRPr lang="en-IN" altLang="en-US" sz="500"/>
          </a:p>
        </p:txBody>
      </p:sp>
      <p:sp>
        <p:nvSpPr>
          <p:cNvPr id="31" name="Rectangle 30"/>
          <p:cNvSpPr/>
          <p:nvPr/>
        </p:nvSpPr>
        <p:spPr>
          <a:xfrm>
            <a:off x="4927600" y="6455410"/>
            <a:ext cx="415290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Close</a:t>
            </a:r>
            <a:endParaRPr lang="en-IN" altLang="en-US" sz="500"/>
          </a:p>
        </p:txBody>
      </p:sp>
      <p:sp>
        <p:nvSpPr>
          <p:cNvPr id="32" name="Rectangle 31"/>
          <p:cNvSpPr/>
          <p:nvPr/>
        </p:nvSpPr>
        <p:spPr>
          <a:xfrm>
            <a:off x="6542405" y="2773680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Add</a:t>
            </a:r>
            <a:endParaRPr lang="en-IN" altLang="en-US" sz="500"/>
          </a:p>
        </p:txBody>
      </p:sp>
      <p:sp>
        <p:nvSpPr>
          <p:cNvPr id="33" name="Rectangle 32"/>
          <p:cNvSpPr/>
          <p:nvPr/>
        </p:nvSpPr>
        <p:spPr>
          <a:xfrm>
            <a:off x="7015480" y="2773680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View</a:t>
            </a:r>
            <a:endParaRPr lang="en-IN" altLang="en-US" sz="500"/>
          </a:p>
        </p:txBody>
      </p:sp>
      <p:sp>
        <p:nvSpPr>
          <p:cNvPr id="34" name="Text Box 33"/>
          <p:cNvSpPr txBox="1"/>
          <p:nvPr/>
        </p:nvSpPr>
        <p:spPr>
          <a:xfrm>
            <a:off x="5818505" y="2753360"/>
            <a:ext cx="885190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600"/>
              <a:t>Requirements</a:t>
            </a:r>
            <a:endParaRPr lang="en-IN" altLang="en-US" sz="600"/>
          </a:p>
        </p:txBody>
      </p:sp>
      <p:sp>
        <p:nvSpPr>
          <p:cNvPr id="35" name="Rectangle 34"/>
          <p:cNvSpPr/>
          <p:nvPr/>
        </p:nvSpPr>
        <p:spPr>
          <a:xfrm>
            <a:off x="7569200" y="2773680"/>
            <a:ext cx="415290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Import</a:t>
            </a:r>
            <a:endParaRPr lang="en-IN" altLang="en-US" sz="500"/>
          </a:p>
        </p:txBody>
      </p:sp>
      <p:sp>
        <p:nvSpPr>
          <p:cNvPr id="36" name="Rectangle 35"/>
          <p:cNvSpPr/>
          <p:nvPr/>
        </p:nvSpPr>
        <p:spPr>
          <a:xfrm>
            <a:off x="8122920" y="2773680"/>
            <a:ext cx="36893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Export</a:t>
            </a:r>
            <a:endParaRPr lang="en-IN" altLang="en-US" sz="500"/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IN" altLang="en-US"/>
              <a:t>New Page- Projects - Requirement Imports</a:t>
            </a:r>
            <a:endParaRPr lang="en-IN" altLang="en-US"/>
          </a:p>
        </p:txBody>
      </p:sp>
      <p:sp>
        <p:nvSpPr>
          <p:cNvPr id="4" name="Rectangle 3"/>
          <p:cNvSpPr/>
          <p:nvPr/>
        </p:nvSpPr>
        <p:spPr>
          <a:xfrm>
            <a:off x="1163320" y="1920875"/>
            <a:ext cx="9498330" cy="40735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144270" y="1946910"/>
            <a:ext cx="9521190" cy="4832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9984105" y="2077085"/>
            <a:ext cx="591820" cy="2794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1000"/>
              <a:t>Logout</a:t>
            </a:r>
            <a:endParaRPr lang="en-IN" altLang="en-US" sz="1000"/>
          </a:p>
        </p:txBody>
      </p:sp>
      <p:graphicFrame>
        <p:nvGraphicFramePr>
          <p:cNvPr id="3" name="Table 2"/>
          <p:cNvGraphicFramePr/>
          <p:nvPr/>
        </p:nvGraphicFramePr>
        <p:xfrm>
          <a:off x="1645285" y="2857500"/>
          <a:ext cx="85344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310"/>
                <a:gridCol w="1821180"/>
                <a:gridCol w="3224530"/>
                <a:gridCol w="1333500"/>
                <a:gridCol w="170688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Sno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ProjectName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Description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Division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Status</a:t>
                      </a:r>
                      <a:endParaRPr lang="en-IN" altLang="en-US" sz="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1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Test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This is a Test project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Data Division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New</a:t>
                      </a:r>
                      <a:endParaRPr lang="en-IN" altLang="en-US" sz="10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363075" y="2566035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Edit</a:t>
            </a:r>
            <a:endParaRPr lang="en-IN" altLang="en-US" sz="500"/>
          </a:p>
        </p:txBody>
      </p:sp>
      <p:sp>
        <p:nvSpPr>
          <p:cNvPr id="6" name="Rectangle 5"/>
          <p:cNvSpPr/>
          <p:nvPr/>
        </p:nvSpPr>
        <p:spPr>
          <a:xfrm>
            <a:off x="9787890" y="2564765"/>
            <a:ext cx="36893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Delete</a:t>
            </a:r>
            <a:endParaRPr lang="en-IN" altLang="en-US" sz="500"/>
          </a:p>
        </p:txBody>
      </p:sp>
      <p:sp>
        <p:nvSpPr>
          <p:cNvPr id="7" name="Rectangle 6"/>
          <p:cNvSpPr/>
          <p:nvPr/>
        </p:nvSpPr>
        <p:spPr>
          <a:xfrm>
            <a:off x="8902700" y="2564765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New</a:t>
            </a:r>
            <a:endParaRPr lang="en-IN" altLang="en-US" sz="500"/>
          </a:p>
        </p:txBody>
      </p:sp>
      <p:sp>
        <p:nvSpPr>
          <p:cNvPr id="8" name="Rectangle 7"/>
          <p:cNvSpPr/>
          <p:nvPr/>
        </p:nvSpPr>
        <p:spPr>
          <a:xfrm>
            <a:off x="1892300" y="2727960"/>
            <a:ext cx="8001000" cy="30187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265930" y="3070225"/>
            <a:ext cx="4431665" cy="33464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IN" altLang="en-US"/>
              <a:t>Project for import requirements</a:t>
            </a:r>
            <a:endParaRPr lang="en-IN" altLang="en-US"/>
          </a:p>
        </p:txBody>
      </p:sp>
      <p:sp>
        <p:nvSpPr>
          <p:cNvPr id="10" name="Text Box 9"/>
          <p:cNvSpPr txBox="1"/>
          <p:nvPr/>
        </p:nvSpPr>
        <p:spPr>
          <a:xfrm>
            <a:off x="3047365" y="3094355"/>
            <a:ext cx="111950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1100"/>
              <a:t>Project Name</a:t>
            </a:r>
            <a:endParaRPr lang="en-IN" altLang="en-US" sz="1100"/>
          </a:p>
        </p:txBody>
      </p:sp>
      <p:sp>
        <p:nvSpPr>
          <p:cNvPr id="11" name="Rectangle 10"/>
          <p:cNvSpPr/>
          <p:nvPr/>
        </p:nvSpPr>
        <p:spPr>
          <a:xfrm>
            <a:off x="4265930" y="3625215"/>
            <a:ext cx="4431665" cy="102679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IN" altLang="en-US"/>
              <a:t>This project is for import requirements</a:t>
            </a:r>
            <a:endParaRPr lang="en-IN" altLang="en-US"/>
          </a:p>
        </p:txBody>
      </p:sp>
      <p:sp>
        <p:nvSpPr>
          <p:cNvPr id="12" name="Text Box 11"/>
          <p:cNvSpPr txBox="1"/>
          <p:nvPr/>
        </p:nvSpPr>
        <p:spPr>
          <a:xfrm>
            <a:off x="3047365" y="3649345"/>
            <a:ext cx="111950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1100"/>
              <a:t>Description</a:t>
            </a:r>
            <a:endParaRPr lang="en-IN" altLang="en-US" sz="1100"/>
          </a:p>
        </p:txBody>
      </p:sp>
      <p:sp>
        <p:nvSpPr>
          <p:cNvPr id="13" name="Rectangle 12"/>
          <p:cNvSpPr/>
          <p:nvPr/>
        </p:nvSpPr>
        <p:spPr>
          <a:xfrm>
            <a:off x="4265930" y="5008880"/>
            <a:ext cx="592455" cy="15430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3092450" y="4956810"/>
            <a:ext cx="111950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1100"/>
              <a:t>Division</a:t>
            </a:r>
            <a:endParaRPr lang="en-IN" altLang="en-US" sz="1100"/>
          </a:p>
        </p:txBody>
      </p:sp>
      <p:sp>
        <p:nvSpPr>
          <p:cNvPr id="16" name="Flowchart: Merge 15"/>
          <p:cNvSpPr/>
          <p:nvPr/>
        </p:nvSpPr>
        <p:spPr>
          <a:xfrm>
            <a:off x="4740910" y="5062220"/>
            <a:ext cx="78105" cy="76200"/>
          </a:xfrm>
          <a:prstGeom prst="flowChartMerg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265930" y="5161280"/>
            <a:ext cx="621030" cy="755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600"/>
              <a:t>DATA</a:t>
            </a:r>
            <a:endParaRPr lang="en-IN" altLang="en-US" sz="600"/>
          </a:p>
        </p:txBody>
      </p:sp>
      <p:sp>
        <p:nvSpPr>
          <p:cNvPr id="22" name="Rectangle 21"/>
          <p:cNvSpPr/>
          <p:nvPr/>
        </p:nvSpPr>
        <p:spPr>
          <a:xfrm>
            <a:off x="4265930" y="5245100"/>
            <a:ext cx="621030" cy="755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600"/>
              <a:t>Logis</a:t>
            </a:r>
            <a:endParaRPr lang="en-IN" altLang="en-US" sz="600"/>
          </a:p>
        </p:txBody>
      </p:sp>
      <p:sp>
        <p:nvSpPr>
          <p:cNvPr id="24" name="Rectangle 23"/>
          <p:cNvSpPr/>
          <p:nvPr/>
        </p:nvSpPr>
        <p:spPr>
          <a:xfrm>
            <a:off x="5348605" y="5524500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Save</a:t>
            </a:r>
            <a:endParaRPr lang="en-IN" altLang="en-US" sz="500"/>
          </a:p>
        </p:txBody>
      </p:sp>
      <p:sp>
        <p:nvSpPr>
          <p:cNvPr id="25" name="Rectangle 24"/>
          <p:cNvSpPr/>
          <p:nvPr/>
        </p:nvSpPr>
        <p:spPr>
          <a:xfrm>
            <a:off x="5868670" y="5524500"/>
            <a:ext cx="415290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Cancel</a:t>
            </a:r>
            <a:endParaRPr lang="en-IN" altLang="en-US" sz="500"/>
          </a:p>
        </p:txBody>
      </p:sp>
      <p:sp>
        <p:nvSpPr>
          <p:cNvPr id="26" name="Rectangle 25"/>
          <p:cNvSpPr/>
          <p:nvPr/>
        </p:nvSpPr>
        <p:spPr>
          <a:xfrm>
            <a:off x="6542405" y="2773680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Add</a:t>
            </a:r>
            <a:endParaRPr lang="en-IN" altLang="en-US" sz="500"/>
          </a:p>
        </p:txBody>
      </p:sp>
      <p:sp>
        <p:nvSpPr>
          <p:cNvPr id="27" name="Rectangle 26"/>
          <p:cNvSpPr/>
          <p:nvPr/>
        </p:nvSpPr>
        <p:spPr>
          <a:xfrm>
            <a:off x="7015480" y="2773680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View</a:t>
            </a:r>
            <a:endParaRPr lang="en-IN" altLang="en-US" sz="500"/>
          </a:p>
        </p:txBody>
      </p:sp>
      <p:sp>
        <p:nvSpPr>
          <p:cNvPr id="29" name="Text Box 28"/>
          <p:cNvSpPr txBox="1"/>
          <p:nvPr/>
        </p:nvSpPr>
        <p:spPr>
          <a:xfrm>
            <a:off x="5818505" y="2753360"/>
            <a:ext cx="885190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600"/>
              <a:t>Requirements</a:t>
            </a:r>
            <a:endParaRPr lang="en-IN" altLang="en-US" sz="600"/>
          </a:p>
        </p:txBody>
      </p:sp>
      <p:sp>
        <p:nvSpPr>
          <p:cNvPr id="18" name="Rectangle 17"/>
          <p:cNvSpPr/>
          <p:nvPr/>
        </p:nvSpPr>
        <p:spPr>
          <a:xfrm>
            <a:off x="4961890" y="6455410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Save</a:t>
            </a:r>
            <a:endParaRPr lang="en-IN" altLang="en-US" sz="500"/>
          </a:p>
        </p:txBody>
      </p:sp>
      <p:sp>
        <p:nvSpPr>
          <p:cNvPr id="20" name="Rectangle 19"/>
          <p:cNvSpPr/>
          <p:nvPr/>
        </p:nvSpPr>
        <p:spPr>
          <a:xfrm>
            <a:off x="5481955" y="6455410"/>
            <a:ext cx="415290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Cancel</a:t>
            </a:r>
            <a:endParaRPr lang="en-IN" altLang="en-US" sz="500"/>
          </a:p>
        </p:txBody>
      </p:sp>
      <p:sp>
        <p:nvSpPr>
          <p:cNvPr id="21" name="Rectangle 20"/>
          <p:cNvSpPr/>
          <p:nvPr/>
        </p:nvSpPr>
        <p:spPr>
          <a:xfrm>
            <a:off x="7569200" y="2773680"/>
            <a:ext cx="415290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Import</a:t>
            </a:r>
            <a:endParaRPr lang="en-IN" altLang="en-US" sz="500"/>
          </a:p>
        </p:txBody>
      </p:sp>
      <p:sp>
        <p:nvSpPr>
          <p:cNvPr id="23" name="Rectangle 22"/>
          <p:cNvSpPr/>
          <p:nvPr/>
        </p:nvSpPr>
        <p:spPr>
          <a:xfrm>
            <a:off x="8122920" y="2773680"/>
            <a:ext cx="36893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Export</a:t>
            </a:r>
            <a:endParaRPr lang="en-IN" altLang="en-US" sz="500"/>
          </a:p>
        </p:txBody>
      </p:sp>
      <p:sp>
        <p:nvSpPr>
          <p:cNvPr id="28" name="Rectangle 27"/>
          <p:cNvSpPr/>
          <p:nvPr/>
        </p:nvSpPr>
        <p:spPr>
          <a:xfrm>
            <a:off x="4907280" y="3962400"/>
            <a:ext cx="3505200" cy="8807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Rounded Rectangle 29"/>
          <p:cNvSpPr/>
          <p:nvPr/>
        </p:nvSpPr>
        <p:spPr>
          <a:xfrm>
            <a:off x="5417820" y="4202430"/>
            <a:ext cx="591820" cy="18288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600"/>
              <a:t>Browwse</a:t>
            </a:r>
            <a:endParaRPr lang="en-IN" altLang="en-US" sz="600"/>
          </a:p>
        </p:txBody>
      </p:sp>
      <p:sp>
        <p:nvSpPr>
          <p:cNvPr id="31" name="Rectangle 30"/>
          <p:cNvSpPr/>
          <p:nvPr/>
        </p:nvSpPr>
        <p:spPr>
          <a:xfrm>
            <a:off x="6118860" y="4202430"/>
            <a:ext cx="1943100" cy="1905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2" name="Rounded Rectangle 31"/>
          <p:cNvSpPr/>
          <p:nvPr/>
        </p:nvSpPr>
        <p:spPr>
          <a:xfrm>
            <a:off x="6499860" y="4606290"/>
            <a:ext cx="449580" cy="13716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Import</a:t>
            </a:r>
            <a:endParaRPr lang="en-IN" altLang="en-US" sz="500"/>
          </a:p>
        </p:txBody>
      </p:sp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IN" altLang="en-US"/>
              <a:t>Document Generate page</a:t>
            </a:r>
            <a:endParaRPr lang="en-IN" altLang="en-US"/>
          </a:p>
        </p:txBody>
      </p:sp>
      <p:sp>
        <p:nvSpPr>
          <p:cNvPr id="4" name="Rectangle 3"/>
          <p:cNvSpPr/>
          <p:nvPr/>
        </p:nvSpPr>
        <p:spPr>
          <a:xfrm>
            <a:off x="1163320" y="1920875"/>
            <a:ext cx="9498330" cy="40735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144270" y="1946910"/>
            <a:ext cx="9521190" cy="4832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9984105" y="2077085"/>
            <a:ext cx="591820" cy="2794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1000"/>
              <a:t>Logout</a:t>
            </a:r>
            <a:endParaRPr lang="en-IN" altLang="en-US" sz="1000"/>
          </a:p>
        </p:txBody>
      </p:sp>
      <p:graphicFrame>
        <p:nvGraphicFramePr>
          <p:cNvPr id="3" name="Table 2"/>
          <p:cNvGraphicFramePr/>
          <p:nvPr/>
        </p:nvGraphicFramePr>
        <p:xfrm>
          <a:off x="1645285" y="2857500"/>
          <a:ext cx="85344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728"/>
                <a:gridCol w="1575074"/>
                <a:gridCol w="2788783"/>
                <a:gridCol w="1153297"/>
                <a:gridCol w="1153297"/>
                <a:gridCol w="1476221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Sno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ProjectName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Description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Division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Status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Version</a:t>
                      </a:r>
                      <a:endParaRPr lang="en-IN" altLang="en-US" sz="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1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Test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This is a Test project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Data Division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New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1.0</a:t>
                      </a:r>
                      <a:endParaRPr lang="en-IN" altLang="en-US" sz="10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2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Test2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This is a Test project2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Data Division2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New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1.0</a:t>
                      </a:r>
                      <a:endParaRPr lang="en-IN" altLang="en-US" sz="10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363075" y="2566035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View</a:t>
            </a:r>
            <a:endParaRPr lang="en-IN" altLang="en-US" sz="500"/>
          </a:p>
        </p:txBody>
      </p:sp>
      <p:sp>
        <p:nvSpPr>
          <p:cNvPr id="6" name="Rectangle 5"/>
          <p:cNvSpPr/>
          <p:nvPr/>
        </p:nvSpPr>
        <p:spPr>
          <a:xfrm>
            <a:off x="9787890" y="2564765"/>
            <a:ext cx="36893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Delete</a:t>
            </a:r>
            <a:endParaRPr lang="en-IN" altLang="en-US" sz="500"/>
          </a:p>
        </p:txBody>
      </p:sp>
      <p:sp>
        <p:nvSpPr>
          <p:cNvPr id="7" name="Rectangle 6"/>
          <p:cNvSpPr/>
          <p:nvPr/>
        </p:nvSpPr>
        <p:spPr>
          <a:xfrm>
            <a:off x="8695055" y="2564765"/>
            <a:ext cx="541020" cy="1644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Create</a:t>
            </a:r>
            <a:endParaRPr lang="en-IN" altLang="en-US" sz="500"/>
          </a:p>
        </p:txBody>
      </p:sp>
      <p:sp>
        <p:nvSpPr>
          <p:cNvPr id="8" name="Rectangle 7"/>
          <p:cNvSpPr/>
          <p:nvPr/>
        </p:nvSpPr>
        <p:spPr>
          <a:xfrm>
            <a:off x="1645285" y="2488565"/>
            <a:ext cx="2487930" cy="2978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/>
              <a:t>Document Generator</a:t>
            </a:r>
            <a:endParaRPr lang="en-IN" altLang="en-US"/>
          </a:p>
        </p:txBody>
      </p:sp>
      <p:sp>
        <p:nvSpPr>
          <p:cNvPr id="10" name="Rectangle 9"/>
          <p:cNvSpPr/>
          <p:nvPr/>
        </p:nvSpPr>
        <p:spPr>
          <a:xfrm>
            <a:off x="2903220" y="3257550"/>
            <a:ext cx="5989320" cy="21564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467100" y="3592830"/>
            <a:ext cx="685800" cy="16764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600"/>
              <a:t>BSR</a:t>
            </a:r>
            <a:endParaRPr lang="en-IN" altLang="en-US" sz="600"/>
          </a:p>
        </p:txBody>
      </p:sp>
      <p:sp>
        <p:nvSpPr>
          <p:cNvPr id="12" name="Rectangle 11"/>
          <p:cNvSpPr/>
          <p:nvPr/>
        </p:nvSpPr>
        <p:spPr>
          <a:xfrm>
            <a:off x="5839460" y="3592830"/>
            <a:ext cx="822960" cy="16764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600"/>
              <a:t>HLTD</a:t>
            </a:r>
            <a:endParaRPr lang="en-IN" altLang="en-US" sz="600"/>
          </a:p>
        </p:txBody>
      </p:sp>
      <p:sp>
        <p:nvSpPr>
          <p:cNvPr id="13" name="Rectangle 12"/>
          <p:cNvSpPr/>
          <p:nvPr/>
        </p:nvSpPr>
        <p:spPr>
          <a:xfrm>
            <a:off x="5476240" y="4049395"/>
            <a:ext cx="967740" cy="16764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600"/>
              <a:t>HLAD</a:t>
            </a:r>
            <a:endParaRPr lang="en-IN" altLang="en-US" sz="600"/>
          </a:p>
        </p:txBody>
      </p:sp>
      <p:sp>
        <p:nvSpPr>
          <p:cNvPr id="14" name="Rectangle 13"/>
          <p:cNvSpPr/>
          <p:nvPr/>
        </p:nvSpPr>
        <p:spPr>
          <a:xfrm>
            <a:off x="4133215" y="4049395"/>
            <a:ext cx="685800" cy="16764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600"/>
              <a:t>TRS</a:t>
            </a:r>
            <a:endParaRPr lang="en-IN" altLang="en-US" sz="600"/>
          </a:p>
        </p:txBody>
      </p:sp>
      <p:sp>
        <p:nvSpPr>
          <p:cNvPr id="16" name="Rectangle 15"/>
          <p:cNvSpPr/>
          <p:nvPr/>
        </p:nvSpPr>
        <p:spPr>
          <a:xfrm>
            <a:off x="4653280" y="3592830"/>
            <a:ext cx="822960" cy="16764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600"/>
              <a:t>HLTLS</a:t>
            </a:r>
            <a:endParaRPr lang="en-IN" altLang="en-US" sz="600"/>
          </a:p>
        </p:txBody>
      </p:sp>
      <p:sp>
        <p:nvSpPr>
          <p:cNvPr id="19" name="Rounded Rectangle 18"/>
          <p:cNvSpPr/>
          <p:nvPr/>
        </p:nvSpPr>
        <p:spPr>
          <a:xfrm>
            <a:off x="4653915" y="5055870"/>
            <a:ext cx="672465" cy="14478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ViewTemplate</a:t>
            </a:r>
            <a:endParaRPr lang="en-IN" altLang="en-US" sz="500"/>
          </a:p>
        </p:txBody>
      </p:sp>
      <p:sp>
        <p:nvSpPr>
          <p:cNvPr id="20" name="Rounded Rectangle 19"/>
          <p:cNvSpPr/>
          <p:nvPr/>
        </p:nvSpPr>
        <p:spPr>
          <a:xfrm>
            <a:off x="6687820" y="5055870"/>
            <a:ext cx="510540" cy="14478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Generate</a:t>
            </a:r>
            <a:endParaRPr lang="en-IN" altLang="en-US" sz="500"/>
          </a:p>
        </p:txBody>
      </p:sp>
      <p:sp>
        <p:nvSpPr>
          <p:cNvPr id="21" name="Text Box 20"/>
          <p:cNvSpPr txBox="1"/>
          <p:nvPr/>
        </p:nvSpPr>
        <p:spPr>
          <a:xfrm>
            <a:off x="3032760" y="3310890"/>
            <a:ext cx="112014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800"/>
              <a:t>Create</a:t>
            </a:r>
            <a:endParaRPr lang="en-IN" altLang="en-US" sz="800"/>
          </a:p>
        </p:txBody>
      </p:sp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IN" altLang="en-US"/>
              <a:t>Templates Manager</a:t>
            </a:r>
            <a:endParaRPr lang="en-IN" altLang="en-US"/>
          </a:p>
        </p:txBody>
      </p:sp>
      <p:sp>
        <p:nvSpPr>
          <p:cNvPr id="4" name="Rectangle 3"/>
          <p:cNvSpPr/>
          <p:nvPr/>
        </p:nvSpPr>
        <p:spPr>
          <a:xfrm>
            <a:off x="1163320" y="1920875"/>
            <a:ext cx="9498330" cy="40735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144270" y="1946910"/>
            <a:ext cx="9521190" cy="4832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9984105" y="2077085"/>
            <a:ext cx="591820" cy="2794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1000"/>
              <a:t>Logout</a:t>
            </a:r>
            <a:endParaRPr lang="en-IN" altLang="en-US" sz="1000"/>
          </a:p>
        </p:txBody>
      </p:sp>
      <p:graphicFrame>
        <p:nvGraphicFramePr>
          <p:cNvPr id="3" name="Table 2"/>
          <p:cNvGraphicFramePr/>
          <p:nvPr>
            <p:custDataLst>
              <p:tags r:id="rId2"/>
            </p:custDataLst>
          </p:nvPr>
        </p:nvGraphicFramePr>
        <p:xfrm>
          <a:off x="1645285" y="2857500"/>
          <a:ext cx="8512175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225"/>
                <a:gridCol w="2152650"/>
                <a:gridCol w="3811270"/>
                <a:gridCol w="201803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Sno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Document Name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Template 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Version</a:t>
                      </a:r>
                      <a:endParaRPr lang="en-IN" altLang="en-US" sz="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1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BSR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Business Stakeholder Requirement.docx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1.0</a:t>
                      </a:r>
                      <a:endParaRPr lang="en-IN" altLang="en-US" sz="10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2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TRS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Test and Release summary.docx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1.0</a:t>
                      </a:r>
                      <a:endParaRPr lang="en-IN" altLang="en-US" sz="10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3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Requirements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Requirements Template.xlsx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1.0</a:t>
                      </a:r>
                      <a:endParaRPr lang="en-IN" altLang="en-US" sz="10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363075" y="2566035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View</a:t>
            </a:r>
            <a:endParaRPr lang="en-IN" altLang="en-US" sz="500"/>
          </a:p>
        </p:txBody>
      </p:sp>
      <p:sp>
        <p:nvSpPr>
          <p:cNvPr id="6" name="Rectangle 5"/>
          <p:cNvSpPr/>
          <p:nvPr/>
        </p:nvSpPr>
        <p:spPr>
          <a:xfrm>
            <a:off x="9787890" y="2564765"/>
            <a:ext cx="36893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Delete</a:t>
            </a:r>
            <a:endParaRPr lang="en-IN" altLang="en-US" sz="500"/>
          </a:p>
        </p:txBody>
      </p:sp>
      <p:sp>
        <p:nvSpPr>
          <p:cNvPr id="7" name="Rectangle 6"/>
          <p:cNvSpPr/>
          <p:nvPr/>
        </p:nvSpPr>
        <p:spPr>
          <a:xfrm>
            <a:off x="8902700" y="2564765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Add</a:t>
            </a:r>
            <a:endParaRPr lang="en-IN" altLang="en-US" sz="500"/>
          </a:p>
        </p:txBody>
      </p:sp>
      <p:sp>
        <p:nvSpPr>
          <p:cNvPr id="8" name="Rectangle 7"/>
          <p:cNvSpPr/>
          <p:nvPr/>
        </p:nvSpPr>
        <p:spPr>
          <a:xfrm>
            <a:off x="1645285" y="2488565"/>
            <a:ext cx="2305050" cy="32512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/>
              <a:t>Templates Manager</a:t>
            </a:r>
            <a:endParaRPr lang="en-IN" altLang="en-US"/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IN" altLang="en-US"/>
              <a:t>Templates Manager Add</a:t>
            </a:r>
            <a:endParaRPr lang="en-IN" altLang="en-US"/>
          </a:p>
        </p:txBody>
      </p:sp>
      <p:sp>
        <p:nvSpPr>
          <p:cNvPr id="4" name="Rectangle 3"/>
          <p:cNvSpPr/>
          <p:nvPr/>
        </p:nvSpPr>
        <p:spPr>
          <a:xfrm>
            <a:off x="1163320" y="1920875"/>
            <a:ext cx="9498330" cy="40735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144270" y="1946910"/>
            <a:ext cx="9521190" cy="4832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9984105" y="2077085"/>
            <a:ext cx="591820" cy="2794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1000"/>
              <a:t>Logout</a:t>
            </a:r>
            <a:endParaRPr lang="en-IN" altLang="en-US" sz="1000"/>
          </a:p>
        </p:txBody>
      </p:sp>
      <p:graphicFrame>
        <p:nvGraphicFramePr>
          <p:cNvPr id="3" name="Table 2"/>
          <p:cNvGraphicFramePr/>
          <p:nvPr>
            <p:custDataLst>
              <p:tags r:id="rId2"/>
            </p:custDataLst>
          </p:nvPr>
        </p:nvGraphicFramePr>
        <p:xfrm>
          <a:off x="1645285" y="2857500"/>
          <a:ext cx="8512175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225"/>
                <a:gridCol w="2152650"/>
                <a:gridCol w="3811270"/>
                <a:gridCol w="201803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Sno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Document Name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Template 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Version</a:t>
                      </a:r>
                      <a:endParaRPr lang="en-IN" altLang="en-US" sz="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1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BSR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Business Stakeholder Requirement.docx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1.0</a:t>
                      </a:r>
                      <a:endParaRPr lang="en-IN" altLang="en-US" sz="10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2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TRS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Test and Release summary.docx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1.0</a:t>
                      </a:r>
                      <a:endParaRPr lang="en-IN" altLang="en-US" sz="10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3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Requirements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Requirements Template.xlsx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1.0</a:t>
                      </a:r>
                      <a:endParaRPr lang="en-IN" altLang="en-US" sz="10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363075" y="2566035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View</a:t>
            </a:r>
            <a:endParaRPr lang="en-IN" altLang="en-US" sz="500"/>
          </a:p>
        </p:txBody>
      </p:sp>
      <p:sp>
        <p:nvSpPr>
          <p:cNvPr id="6" name="Rectangle 5"/>
          <p:cNvSpPr/>
          <p:nvPr/>
        </p:nvSpPr>
        <p:spPr>
          <a:xfrm>
            <a:off x="9787890" y="2564765"/>
            <a:ext cx="36893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Delete</a:t>
            </a:r>
            <a:endParaRPr lang="en-IN" altLang="en-US" sz="500"/>
          </a:p>
        </p:txBody>
      </p:sp>
      <p:sp>
        <p:nvSpPr>
          <p:cNvPr id="7" name="Rectangle 6"/>
          <p:cNvSpPr/>
          <p:nvPr/>
        </p:nvSpPr>
        <p:spPr>
          <a:xfrm>
            <a:off x="8902700" y="2564765"/>
            <a:ext cx="333375" cy="163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Add</a:t>
            </a:r>
            <a:endParaRPr lang="en-IN" altLang="en-US" sz="500"/>
          </a:p>
        </p:txBody>
      </p:sp>
      <p:sp>
        <p:nvSpPr>
          <p:cNvPr id="8" name="Rectangle 7"/>
          <p:cNvSpPr/>
          <p:nvPr/>
        </p:nvSpPr>
        <p:spPr>
          <a:xfrm>
            <a:off x="1645285" y="2488565"/>
            <a:ext cx="2305050" cy="32512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/>
              <a:t>Templates Manager</a:t>
            </a:r>
            <a:endParaRPr lang="en-IN" altLang="en-US"/>
          </a:p>
        </p:txBody>
      </p:sp>
      <p:sp>
        <p:nvSpPr>
          <p:cNvPr id="9" name="Rectangle 8"/>
          <p:cNvSpPr/>
          <p:nvPr/>
        </p:nvSpPr>
        <p:spPr>
          <a:xfrm>
            <a:off x="3810000" y="3188970"/>
            <a:ext cx="4907280" cy="21488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4358640" y="3638550"/>
            <a:ext cx="908050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600"/>
              <a:t>Document Name</a:t>
            </a:r>
            <a:endParaRPr lang="en-IN" altLang="en-US" sz="600"/>
          </a:p>
        </p:txBody>
      </p:sp>
      <p:sp>
        <p:nvSpPr>
          <p:cNvPr id="11" name="Rectangle 10"/>
          <p:cNvSpPr/>
          <p:nvPr/>
        </p:nvSpPr>
        <p:spPr>
          <a:xfrm>
            <a:off x="5516880" y="3638550"/>
            <a:ext cx="2628900" cy="1752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4358640" y="4099560"/>
            <a:ext cx="908050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600"/>
              <a:t>Template Location</a:t>
            </a:r>
            <a:endParaRPr lang="en-IN" altLang="en-US" sz="600"/>
          </a:p>
        </p:txBody>
      </p:sp>
      <p:sp>
        <p:nvSpPr>
          <p:cNvPr id="13" name="Rectangle 12"/>
          <p:cNvSpPr/>
          <p:nvPr/>
        </p:nvSpPr>
        <p:spPr>
          <a:xfrm>
            <a:off x="5516880" y="4099560"/>
            <a:ext cx="2628900" cy="1752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4358640" y="4512310"/>
            <a:ext cx="908050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600"/>
              <a:t>Version</a:t>
            </a:r>
            <a:endParaRPr lang="en-IN" altLang="en-US" sz="600"/>
          </a:p>
        </p:txBody>
      </p:sp>
      <p:sp>
        <p:nvSpPr>
          <p:cNvPr id="16" name="Rectangle 15"/>
          <p:cNvSpPr/>
          <p:nvPr/>
        </p:nvSpPr>
        <p:spPr>
          <a:xfrm>
            <a:off x="5516880" y="4512310"/>
            <a:ext cx="831215" cy="1752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600"/>
              <a:t>1.0</a:t>
            </a:r>
            <a:endParaRPr lang="en-IN" altLang="en-US" sz="600"/>
          </a:p>
        </p:txBody>
      </p:sp>
      <p:sp>
        <p:nvSpPr>
          <p:cNvPr id="18" name="Rounded Rectangle 17"/>
          <p:cNvSpPr/>
          <p:nvPr/>
        </p:nvSpPr>
        <p:spPr>
          <a:xfrm>
            <a:off x="5787390" y="5048250"/>
            <a:ext cx="419735" cy="1524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600"/>
              <a:t>Add</a:t>
            </a:r>
            <a:endParaRPr lang="en-IN" altLang="en-US" sz="600"/>
          </a:p>
        </p:txBody>
      </p:sp>
      <p:sp>
        <p:nvSpPr>
          <p:cNvPr id="19" name="Rounded Rectangle 18"/>
          <p:cNvSpPr/>
          <p:nvPr/>
        </p:nvSpPr>
        <p:spPr>
          <a:xfrm>
            <a:off x="6531610" y="5040630"/>
            <a:ext cx="541655" cy="1600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600"/>
              <a:t>Cancel</a:t>
            </a:r>
            <a:endParaRPr lang="en-IN" altLang="en-US" sz="600"/>
          </a:p>
        </p:txBody>
      </p:sp>
      <p:sp>
        <p:nvSpPr>
          <p:cNvPr id="20" name="Rounded Rectangle 19"/>
          <p:cNvSpPr/>
          <p:nvPr/>
        </p:nvSpPr>
        <p:spPr>
          <a:xfrm>
            <a:off x="8145780" y="4099560"/>
            <a:ext cx="497840" cy="1524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Browser</a:t>
            </a:r>
            <a:endParaRPr lang="en-IN" altLang="en-US" sz="500"/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IN" altLang="en-US">
                <a:sym typeface="+mn-ea"/>
              </a:rPr>
              <a:t>AI assistance Screen</a:t>
            </a:r>
            <a:endParaRPr lang="en-IN" altLang="en-US"/>
          </a:p>
        </p:txBody>
      </p:sp>
      <p:sp>
        <p:nvSpPr>
          <p:cNvPr id="4" name="Rectangle 3"/>
          <p:cNvSpPr/>
          <p:nvPr/>
        </p:nvSpPr>
        <p:spPr>
          <a:xfrm>
            <a:off x="1163320" y="1920875"/>
            <a:ext cx="9498330" cy="40735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144270" y="1946910"/>
            <a:ext cx="9521190" cy="4832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9984105" y="2077085"/>
            <a:ext cx="591820" cy="2794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1000"/>
              <a:t>Logout</a:t>
            </a:r>
            <a:endParaRPr lang="en-IN" altLang="en-US" sz="1000"/>
          </a:p>
        </p:txBody>
      </p:sp>
      <p:graphicFrame>
        <p:nvGraphicFramePr>
          <p:cNvPr id="3" name="Table 2"/>
          <p:cNvGraphicFramePr/>
          <p:nvPr/>
        </p:nvGraphicFramePr>
        <p:xfrm>
          <a:off x="1645285" y="2857500"/>
          <a:ext cx="85344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728"/>
                <a:gridCol w="1575074"/>
                <a:gridCol w="2788783"/>
                <a:gridCol w="1153297"/>
                <a:gridCol w="1153297"/>
                <a:gridCol w="1476221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Sno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ProjectName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Description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Division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Status</a:t>
                      </a:r>
                      <a:endParaRPr lang="en-IN" altLang="en-US" sz="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/>
                        <a:t>Version</a:t>
                      </a:r>
                      <a:endParaRPr lang="en-IN" altLang="en-US" sz="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1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Test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This is a Test project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Data Division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New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1.0</a:t>
                      </a:r>
                      <a:endParaRPr lang="en-IN" altLang="en-US" sz="10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2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Test2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This is a Test project2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Data Division2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New</a:t>
                      </a:r>
                      <a:endParaRPr lang="en-I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1000"/>
                        <a:t>1.0</a:t>
                      </a:r>
                      <a:endParaRPr lang="en-IN" altLang="en-US" sz="10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645285" y="2488565"/>
            <a:ext cx="1444625" cy="2787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/>
              <a:t>Projects</a:t>
            </a:r>
            <a:endParaRPr lang="en-IN" altLang="en-US"/>
          </a:p>
        </p:txBody>
      </p:sp>
      <p:sp>
        <p:nvSpPr>
          <p:cNvPr id="9" name="Oval 8"/>
          <p:cNvSpPr/>
          <p:nvPr/>
        </p:nvSpPr>
        <p:spPr>
          <a:xfrm>
            <a:off x="10302240" y="3356610"/>
            <a:ext cx="152400" cy="14478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0347960" y="3387090"/>
            <a:ext cx="75565" cy="7556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10307955" y="3719830"/>
            <a:ext cx="152400" cy="14478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903220" y="3257550"/>
            <a:ext cx="5989320" cy="21564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" name="Rounded Rectangle 27"/>
          <p:cNvSpPr/>
          <p:nvPr/>
        </p:nvSpPr>
        <p:spPr>
          <a:xfrm>
            <a:off x="5585460" y="5139690"/>
            <a:ext cx="510540" cy="14478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500"/>
              <a:t>Generate</a:t>
            </a:r>
            <a:endParaRPr lang="en-IN" altLang="en-US" sz="500"/>
          </a:p>
        </p:txBody>
      </p:sp>
      <p:sp>
        <p:nvSpPr>
          <p:cNvPr id="29" name="Text Box 28"/>
          <p:cNvSpPr txBox="1"/>
          <p:nvPr/>
        </p:nvSpPr>
        <p:spPr>
          <a:xfrm>
            <a:off x="3032760" y="3310890"/>
            <a:ext cx="112014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800"/>
              <a:t>Assistance </a:t>
            </a:r>
            <a:endParaRPr lang="en-IN" altLang="en-US" sz="800"/>
          </a:p>
        </p:txBody>
      </p:sp>
      <p:graphicFrame>
        <p:nvGraphicFramePr>
          <p:cNvPr id="30" name="Table 29"/>
          <p:cNvGraphicFramePr/>
          <p:nvPr>
            <p:custDataLst>
              <p:tags r:id="rId2"/>
            </p:custDataLst>
          </p:nvPr>
        </p:nvGraphicFramePr>
        <p:xfrm>
          <a:off x="3817620" y="3524885"/>
          <a:ext cx="4557395" cy="1421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4920"/>
                <a:gridCol w="3292475"/>
              </a:tblGrid>
              <a:tr h="2368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600"/>
                        <a:t>Documents</a:t>
                      </a:r>
                      <a:endParaRPr lang="en-IN" altLang="en-US" sz="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600"/>
                        <a:t>Available assistance options</a:t>
                      </a:r>
                      <a:endParaRPr lang="en-IN" altLang="en-US" sz="600"/>
                    </a:p>
                  </a:txBody>
                  <a:tcPr/>
                </a:tc>
              </a:tr>
              <a:tr h="23685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US" sz="600"/>
                        <a:t>BSR</a:t>
                      </a:r>
                      <a:endParaRPr lang="en-IN" altLang="en-US" sz="6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600"/>
                        <a:t>Generate FSR, HLAD, Stories</a:t>
                      </a:r>
                      <a:endParaRPr lang="en-US" altLang="en-US" sz="600"/>
                    </a:p>
                  </a:txBody>
                  <a:tcPr/>
                </a:tc>
              </a:tr>
              <a:tr h="236855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en-US" sz="600"/>
                        <a:t>FSR</a:t>
                      </a:r>
                      <a:endParaRPr lang="en-US" altLang="en-US" sz="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en-US" sz="600"/>
                        <a:t>Generate HLTD, Test Cases</a:t>
                      </a:r>
                      <a:endParaRPr lang="en-US" altLang="en-US" sz="600"/>
                    </a:p>
                  </a:txBody>
                  <a:tcPr marL="0" marR="0" marT="0" marB="0" anchor="ctr" anchorCtr="0"/>
                </a:tc>
              </a:tr>
              <a:tr h="236855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en-US" sz="600"/>
                        <a:t>Requirements</a:t>
                      </a:r>
                      <a:endParaRPr lang="en-US" altLang="en-US" sz="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en-US" sz="600"/>
                        <a:t>Generate Everything</a:t>
                      </a:r>
                      <a:endParaRPr lang="en-US" altLang="en-US" sz="600"/>
                    </a:p>
                  </a:txBody>
                  <a:tcPr marL="0" marR="0" marT="0" marB="0" anchor="ctr" anchorCtr="0"/>
                </a:tc>
              </a:tr>
              <a:tr h="236855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en-US" sz="600"/>
                        <a:t>Stories</a:t>
                      </a:r>
                      <a:endParaRPr lang="en-US" altLang="en-US" sz="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en-US" sz="600"/>
                        <a:t>Generate Tasks</a:t>
                      </a:r>
                      <a:endParaRPr lang="en-US" altLang="en-US" sz="600"/>
                    </a:p>
                  </a:txBody>
                  <a:tcPr marL="0" marR="0" marT="0" marB="0" anchor="ctr" anchorCtr="0"/>
                </a:tc>
              </a:tr>
              <a:tr h="236855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en-US" sz="600"/>
                        <a:t>Test Cases</a:t>
                      </a:r>
                      <a:endParaRPr lang="en-US" altLang="en-US" sz="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en-US" sz="600"/>
                        <a:t>Generate Regression Pack</a:t>
                      </a:r>
                      <a:endParaRPr lang="en-US" altLang="en-US" sz="6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5" name="Content Placeholder 4"/>
          <p:cNvSpPr/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  <p:tag name="TABLE_ENDDRAG_ORIGIN_RECT" val="348*54"/>
  <p:tag name="TABLE_ENDDRAG_RECT" val="335*287*348*54"/>
</p:tagLst>
</file>

<file path=ppt/tags/tag13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TABLE_ENDDRAG_ORIGIN_RECT" val="670*210"/>
  <p:tag name="TABLE_ENDDRAG_RECT" val="129*225*670*210"/>
</p:tagLst>
</file>

<file path=ppt/tags/tag15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TABLE_ENDDRAG_ORIGIN_RECT" val="670*210"/>
  <p:tag name="TABLE_ENDDRAG_RECT" val="129*225*670*210"/>
</p:tagLst>
</file>

<file path=ppt/tags/tag15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TABLE_ENDDRAG_ORIGIN_RECT" val="358*111"/>
  <p:tag name="TABLE_ENDDRAG_RECT" val="327*277*358*111"/>
</p:tagLst>
</file>

<file path=ppt/tags/tag16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3384</Words>
  <Application>WPS Presentation</Application>
  <PresentationFormat>Widescreen</PresentationFormat>
  <Paragraphs>780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1_WPS</vt:lpstr>
      <vt:lpstr>SDLC accelarator</vt:lpstr>
      <vt:lpstr>Login Page</vt:lpstr>
      <vt:lpstr>Dashboards</vt:lpstr>
      <vt:lpstr>Projects page</vt:lpstr>
      <vt:lpstr>New Page- Projects</vt:lpstr>
      <vt:lpstr>New Page- Projects</vt:lpstr>
      <vt:lpstr>Edit page- Projects</vt:lpstr>
      <vt:lpstr>Delete confirmation popup</vt:lpstr>
      <vt:lpstr>New Page- RequirementsForm</vt:lpstr>
      <vt:lpstr>New Page- RequirementsForm</vt:lpstr>
      <vt:lpstr>New Page- Projects</vt:lpstr>
      <vt:lpstr>Projects page</vt:lpstr>
      <vt:lpstr>Templates Manager</vt:lpstr>
      <vt:lpstr>Templates Manager</vt:lpstr>
      <vt:lpstr>Projects page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SDLC accelarator</dc:title>
  <dc:creator>pvmrm</dc:creator>
  <cp:lastModifiedBy>maruthy moorthy</cp:lastModifiedBy>
  <cp:revision>14</cp:revision>
  <dcterms:created xsi:type="dcterms:W3CDTF">2026-10-27T18:52:00Z</dcterms:created>
  <dcterms:modified xsi:type="dcterms:W3CDTF">2026-10-30T20:45:52Z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84EE59198E8B4FD48F06A23A1320D3F2_11</vt:lpwstr>
  </property>
</Properties>
</file>